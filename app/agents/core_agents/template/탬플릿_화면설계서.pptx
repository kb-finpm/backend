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7969" r:id="rId8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18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1200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2026. 6. 9.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{</a:t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프로젝트명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}</a:t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 」</a:t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{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작성일</a:t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}</a:t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{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프로젝트명</a:t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}</a:t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{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작성일</a:t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}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{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작성자</a:t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}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283765"/>
              </p:ext>
            </p:extLst>
          </p:nvPr>
        </p:nvGraphicFramePr>
        <p:xfrm>
          <a:off x="92077" y="58190"/>
          <a:ext cx="9720002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1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395" rtl="0" eaLnBrk="1" latinLnBrk="1" hangingPunct="1"/>
                      <a:endParaRPr lang="ko-KR" altLang="en-US" sz="105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395" rtl="0" eaLnBrk="1" latinLnBrk="1" hangingPunct="1"/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8247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kern="1200" dirty="0">
                        <a:solidFill>
                          <a:schemeClr val="dk1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30256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2507</cp:revision>
  <cp:lastPrinted>2024-06-05T07:20:25Z</cp:lastPrinted>
  <dcterms:created xsi:type="dcterms:W3CDTF">2005-06-13T02:27:40Z</dcterms:created>
  <dcterms:modified xsi:type="dcterms:W3CDTF">2026-06-09T08:11:54Z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