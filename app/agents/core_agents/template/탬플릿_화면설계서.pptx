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 autoCompressPictures="0">
  <p:sldMasterIdLst>
    <p:sldMasterId id="2147483999" r:id="rId4"/>
    <p:sldMasterId id="2147484005" r:id="rId5"/>
  </p:sldMasterIdLst>
  <p:notesMasterIdLst>
    <p:notesMasterId r:id="rId9"/>
  </p:notesMasterIdLst>
  <p:handoutMasterIdLst>
    <p:handoutMasterId r:id="rId10"/>
  </p:handoutMasterIdLst>
  <p:sldIdLst>
    <p:sldId id="2147478145" r:id="rId6"/>
    <p:sldId id="2147478146" r:id="rId7"/>
    <p:sldId id="2147477969" r:id="rId8"/>
  </p:sldIdLst>
  <p:sldSz cx="9906000" cy="6858000" type="A4"/>
  <p:notesSz cx="6808788" cy="9940925"/>
  <p:defaultTextStyle>
    <a:defPPr>
      <a:defRPr lang="ko-KR"/>
    </a:defPPr>
    <a:lvl1pPr algn="l" rtl="0" fontAlgn="base">
      <a:spcBef>
        <a:spcPct val="50000"/>
      </a:spcBef>
      <a:spcAft>
        <a:spcPct val="0"/>
      </a:spcAft>
      <a:defRPr kumimoji="1" sz="1400" kern="1200">
        <a:solidFill>
          <a:schemeClr val="tx1"/>
        </a:solidFill>
        <a:latin typeface="Arial" charset="0"/>
        <a:ea typeface="가는각진제목체" pitchFamily="18" charset="-127"/>
        <a:cs typeface="+mn-cs"/>
      </a:defRPr>
    </a:lvl1pPr>
    <a:lvl2pPr marL="457200" algn="l" rtl="0" fontAlgn="base">
      <a:spcBef>
        <a:spcPct val="50000"/>
      </a:spcBef>
      <a:spcAft>
        <a:spcPct val="0"/>
      </a:spcAft>
      <a:defRPr kumimoji="1" sz="1400" kern="1200">
        <a:solidFill>
          <a:schemeClr val="tx1"/>
        </a:solidFill>
        <a:latin typeface="Arial" charset="0"/>
        <a:ea typeface="가는각진제목체" pitchFamily="18" charset="-127"/>
        <a:cs typeface="+mn-cs"/>
      </a:defRPr>
    </a:lvl2pPr>
    <a:lvl3pPr marL="914400" algn="l" rtl="0" fontAlgn="base">
      <a:spcBef>
        <a:spcPct val="50000"/>
      </a:spcBef>
      <a:spcAft>
        <a:spcPct val="0"/>
      </a:spcAft>
      <a:defRPr kumimoji="1" sz="1400" kern="1200">
        <a:solidFill>
          <a:schemeClr val="tx1"/>
        </a:solidFill>
        <a:latin typeface="Arial" charset="0"/>
        <a:ea typeface="가는각진제목체" pitchFamily="18" charset="-127"/>
        <a:cs typeface="+mn-cs"/>
      </a:defRPr>
    </a:lvl3pPr>
    <a:lvl4pPr marL="1371600" algn="l" rtl="0" fontAlgn="base">
      <a:spcBef>
        <a:spcPct val="50000"/>
      </a:spcBef>
      <a:spcAft>
        <a:spcPct val="0"/>
      </a:spcAft>
      <a:defRPr kumimoji="1" sz="1400" kern="1200">
        <a:solidFill>
          <a:schemeClr val="tx1"/>
        </a:solidFill>
        <a:latin typeface="Arial" charset="0"/>
        <a:ea typeface="가는각진제목체" pitchFamily="18" charset="-127"/>
        <a:cs typeface="+mn-cs"/>
      </a:defRPr>
    </a:lvl4pPr>
    <a:lvl5pPr marL="1828800" algn="l" rtl="0" fontAlgn="base">
      <a:spcBef>
        <a:spcPct val="50000"/>
      </a:spcBef>
      <a:spcAft>
        <a:spcPct val="0"/>
      </a:spcAft>
      <a:defRPr kumimoji="1" sz="1400" kern="1200">
        <a:solidFill>
          <a:schemeClr val="tx1"/>
        </a:solidFill>
        <a:latin typeface="Arial" charset="0"/>
        <a:ea typeface="가는각진제목체" pitchFamily="18" charset="-127"/>
        <a:cs typeface="+mn-cs"/>
      </a:defRPr>
    </a:lvl5pPr>
    <a:lvl6pPr marL="2286000" algn="l" defTabSz="914400" rtl="0" eaLnBrk="1" latinLnBrk="1" hangingPunct="1">
      <a:defRPr kumimoji="1" sz="1400" kern="1200">
        <a:solidFill>
          <a:schemeClr val="tx1"/>
        </a:solidFill>
        <a:latin typeface="Arial" charset="0"/>
        <a:ea typeface="가는각진제목체" pitchFamily="18" charset="-127"/>
        <a:cs typeface="+mn-cs"/>
      </a:defRPr>
    </a:lvl6pPr>
    <a:lvl7pPr marL="2743200" algn="l" defTabSz="914400" rtl="0" eaLnBrk="1" latinLnBrk="1" hangingPunct="1">
      <a:defRPr kumimoji="1" sz="1400" kern="1200">
        <a:solidFill>
          <a:schemeClr val="tx1"/>
        </a:solidFill>
        <a:latin typeface="Arial" charset="0"/>
        <a:ea typeface="가는각진제목체" pitchFamily="18" charset="-127"/>
        <a:cs typeface="+mn-cs"/>
      </a:defRPr>
    </a:lvl7pPr>
    <a:lvl8pPr marL="3200400" algn="l" defTabSz="914400" rtl="0" eaLnBrk="1" latinLnBrk="1" hangingPunct="1">
      <a:defRPr kumimoji="1" sz="1400" kern="1200">
        <a:solidFill>
          <a:schemeClr val="tx1"/>
        </a:solidFill>
        <a:latin typeface="Arial" charset="0"/>
        <a:ea typeface="가는각진제목체" pitchFamily="18" charset="-127"/>
        <a:cs typeface="+mn-cs"/>
      </a:defRPr>
    </a:lvl8pPr>
    <a:lvl9pPr marL="3657600" algn="l" defTabSz="914400" rtl="0" eaLnBrk="1" latinLnBrk="1" hangingPunct="1">
      <a:defRPr kumimoji="1" sz="1400" kern="1200">
        <a:solidFill>
          <a:schemeClr val="tx1"/>
        </a:solidFill>
        <a:latin typeface="Arial" charset="0"/>
        <a:ea typeface="가는각진제목체" pitchFamily="18" charset="-127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구역" id="{0F7A1FF9-A2C2-4847-969B-CE40A078927A}">
          <p14:sldIdLst>
            <p14:sldId id="2147478145"/>
            <p14:sldId id="2147478146"/>
          </p14:sldIdLst>
        </p14:section>
        <p14:section name="{서브시스템명}" id="{CE11089C-2DD5-4FD9-8847-3B0DB789EE13}">
          <p14:sldIdLst>
            <p14:sldId id="2147477969"/>
          </p14:sldIdLst>
        </p14:section>
      </p14:sectionLst>
    </p:ext>
    <p:ext uri="{EFAFB233-063F-42B5-8137-9DF3F51BA10A}">
      <p15:sldGuideLst xmlns:p15="http://schemas.microsoft.com/office/powerpoint/2012/main">
        <p15:guide id="6" pos="3097" userDrawn="1">
          <p15:clr>
            <a:srgbClr val="A4A3A4"/>
          </p15:clr>
        </p15:guide>
        <p15:guide id="12" pos="3007" userDrawn="1">
          <p15:clr>
            <a:srgbClr val="A4A3A4"/>
          </p15:clr>
        </p15:guide>
        <p15:guide id="25" orient="horz" pos="1684" userDrawn="1">
          <p15:clr>
            <a:srgbClr val="A4A3A4"/>
          </p15:clr>
        </p15:guide>
        <p15:guide id="26" pos="3188" userDrawn="1">
          <p15:clr>
            <a:srgbClr val="A4A3A4"/>
          </p15:clr>
        </p15:guide>
        <p15:guide id="29" orient="horz" pos="57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30" userDrawn="1">
          <p15:clr>
            <a:srgbClr val="A4A3A4"/>
          </p15:clr>
        </p15:guide>
        <p15:guide id="2" pos="2145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Tae Kyung Jung" initials="TKJ" lastIdx="1" clrIdx="0">
    <p:extLst>
      <p:ext uri="{19B8F6BF-5375-455C-9EA6-DF929625EA0E}">
        <p15:presenceInfo xmlns:p15="http://schemas.microsoft.com/office/powerpoint/2012/main" userId="S::taekyungjung@kr.kpmg.com::a67d93a5-8e5b-4368-9d2c-b3335b30cd3c" providerId="AD"/>
      </p:ext>
    </p:extLst>
  </p:cmAuthor>
  <p:cmAuthor id="2" name="Administrator" initials="A" lastIdx="1" clrIdx="1">
    <p:extLst>
      <p:ext uri="{19B8F6BF-5375-455C-9EA6-DF929625EA0E}">
        <p15:presenceInfo xmlns:p15="http://schemas.microsoft.com/office/powerpoint/2012/main" userId="Administrato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55500"/>
    <a:srgbClr val="FFFFFF"/>
    <a:srgbClr val="2272FF"/>
    <a:srgbClr val="D9D9D9"/>
    <a:srgbClr val="FFC000"/>
    <a:srgbClr val="F1A600"/>
    <a:srgbClr val="FFFFCC"/>
    <a:srgbClr val="FFF0C8"/>
    <a:srgbClr val="FFBF0D"/>
    <a:srgbClr val="00A3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17D220C-4B45-4025-9516-1F6454511FEF}" v="141" dt="2023-12-18T08:53:52.88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93D81CF-94F2-401A-BA57-92F5A7B2D0C5}" styleName="보통 스타일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442" autoAdjust="0"/>
    <p:restoredTop sz="96391" autoAdjust="0"/>
  </p:normalViewPr>
  <p:slideViewPr>
    <p:cSldViewPr snapToGrid="0">
      <p:cViewPr varScale="1">
        <p:scale>
          <a:sx n="123" d="100"/>
          <a:sy n="123" d="100"/>
        </p:scale>
        <p:origin x="1200" y="176"/>
      </p:cViewPr>
      <p:guideLst>
        <p:guide pos="3097"/>
        <p:guide pos="3007"/>
        <p:guide orient="horz" pos="1684"/>
        <p:guide pos="3188"/>
        <p:guide orient="horz" pos="57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75" d="100"/>
          <a:sy n="75" d="100"/>
        </p:scale>
        <p:origin x="4104" y="240"/>
      </p:cViewPr>
      <p:guideLst>
        <p:guide orient="horz" pos="3130"/>
        <p:guide pos="2145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2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commentAuthors" Target="commentAuthors.xml"/><Relationship Id="rId5" Type="http://schemas.openxmlformats.org/officeDocument/2006/relationships/slideMaster" Target="slideMasters/slideMaster2.xml"/><Relationship Id="rId15" Type="http://schemas.openxmlformats.org/officeDocument/2006/relationships/tableStyles" Target="tableStyles.xml"/><Relationship Id="rId10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notesMaster" Target="notesMasters/notesMaster1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im, Dong-Kyu (KR/IA)" userId="6e7f3708-565e-40b8-b64f-f7a0cc2b0746" providerId="ADAL" clId="{517D220C-4B45-4025-9516-1F6454511FEF}"/>
    <pc:docChg chg="undo redo custSel addSld delSld modSld">
      <pc:chgData name="Kim, Dong-Kyu (KR/IA)" userId="6e7f3708-565e-40b8-b64f-f7a0cc2b0746" providerId="ADAL" clId="{517D220C-4B45-4025-9516-1F6454511FEF}" dt="2023-12-18T08:53:52.883" v="1738"/>
      <pc:docMkLst>
        <pc:docMk/>
      </pc:docMkLst>
      <pc:sldChg chg="del">
        <pc:chgData name="Kim, Dong-Kyu (KR/IA)" userId="6e7f3708-565e-40b8-b64f-f7a0cc2b0746" providerId="ADAL" clId="{517D220C-4B45-4025-9516-1F6454511FEF}" dt="2023-12-18T08:09:03.295" v="0" actId="2696"/>
        <pc:sldMkLst>
          <pc:docMk/>
          <pc:sldMk cId="3006704393" sldId="683"/>
        </pc:sldMkLst>
      </pc:sldChg>
      <pc:sldChg chg="del">
        <pc:chgData name="Kim, Dong-Kyu (KR/IA)" userId="6e7f3708-565e-40b8-b64f-f7a0cc2b0746" providerId="ADAL" clId="{517D220C-4B45-4025-9516-1F6454511FEF}" dt="2023-12-18T08:09:03.295" v="0" actId="2696"/>
        <pc:sldMkLst>
          <pc:docMk/>
          <pc:sldMk cId="2740503397" sldId="711"/>
        </pc:sldMkLst>
      </pc:sldChg>
      <pc:sldChg chg="del">
        <pc:chgData name="Kim, Dong-Kyu (KR/IA)" userId="6e7f3708-565e-40b8-b64f-f7a0cc2b0746" providerId="ADAL" clId="{517D220C-4B45-4025-9516-1F6454511FEF}" dt="2023-12-18T08:09:03.295" v="0" actId="2696"/>
        <pc:sldMkLst>
          <pc:docMk/>
          <pc:sldMk cId="973378930" sldId="721"/>
        </pc:sldMkLst>
      </pc:sldChg>
      <pc:sldChg chg="addSp delSp modSp mod setBg">
        <pc:chgData name="Kim, Dong-Kyu (KR/IA)" userId="6e7f3708-565e-40b8-b64f-f7a0cc2b0746" providerId="ADAL" clId="{517D220C-4B45-4025-9516-1F6454511FEF}" dt="2023-12-18T08:24:10.323" v="274" actId="1076"/>
        <pc:sldMkLst>
          <pc:docMk/>
          <pc:sldMk cId="3734075097" sldId="3479"/>
        </pc:sldMkLst>
        <pc:spChg chg="add del mod">
          <ac:chgData name="Kim, Dong-Kyu (KR/IA)" userId="6e7f3708-565e-40b8-b64f-f7a0cc2b0746" providerId="ADAL" clId="{517D220C-4B45-4025-9516-1F6454511FEF}" dt="2023-12-18T08:21:53.008" v="248" actId="207"/>
          <ac:spMkLst>
            <pc:docMk/>
            <pc:sldMk cId="3734075097" sldId="3479"/>
            <ac:spMk id="3" creationId="{37B56414-4249-EDB2-CC5A-BE6547C4D5CD}"/>
          </ac:spMkLst>
        </pc:spChg>
        <pc:spChg chg="add del mod">
          <ac:chgData name="Kim, Dong-Kyu (KR/IA)" userId="6e7f3708-565e-40b8-b64f-f7a0cc2b0746" providerId="ADAL" clId="{517D220C-4B45-4025-9516-1F6454511FEF}" dt="2023-12-18T08:22:24.894" v="250" actId="553"/>
          <ac:spMkLst>
            <pc:docMk/>
            <pc:sldMk cId="3734075097" sldId="3479"/>
            <ac:spMk id="4" creationId="{BEC04869-A604-D9CD-6864-8F1EFC98001C}"/>
          </ac:spMkLst>
        </pc:spChg>
        <pc:spChg chg="mod">
          <ac:chgData name="Kim, Dong-Kyu (KR/IA)" userId="6e7f3708-565e-40b8-b64f-f7a0cc2b0746" providerId="ADAL" clId="{517D220C-4B45-4025-9516-1F6454511FEF}" dt="2023-12-18T08:20:51.522" v="245" actId="1076"/>
          <ac:spMkLst>
            <pc:docMk/>
            <pc:sldMk cId="3734075097" sldId="3479"/>
            <ac:spMk id="5" creationId="{7BAF301B-1088-B8EE-B349-959F09EA8240}"/>
          </ac:spMkLst>
        </pc:spChg>
        <pc:spChg chg="mod">
          <ac:chgData name="Kim, Dong-Kyu (KR/IA)" userId="6e7f3708-565e-40b8-b64f-f7a0cc2b0746" providerId="ADAL" clId="{517D220C-4B45-4025-9516-1F6454511FEF}" dt="2023-12-18T08:24:10.323" v="274" actId="1076"/>
          <ac:spMkLst>
            <pc:docMk/>
            <pc:sldMk cId="3734075097" sldId="3479"/>
            <ac:spMk id="6" creationId="{5CA27500-9D00-4A4E-A3DC-61FA410155B4}"/>
          </ac:spMkLst>
        </pc:spChg>
        <pc:spChg chg="add del">
          <ac:chgData name="Kim, Dong-Kyu (KR/IA)" userId="6e7f3708-565e-40b8-b64f-f7a0cc2b0746" providerId="ADAL" clId="{517D220C-4B45-4025-9516-1F6454511FEF}" dt="2023-12-18T08:15:05.979" v="60" actId="22"/>
          <ac:spMkLst>
            <pc:docMk/>
            <pc:sldMk cId="3734075097" sldId="3479"/>
            <ac:spMk id="8" creationId="{EC269143-609F-3878-64D2-064EBC77E5AC}"/>
          </ac:spMkLst>
        </pc:spChg>
        <pc:spChg chg="add del">
          <ac:chgData name="Kim, Dong-Kyu (KR/IA)" userId="6e7f3708-565e-40b8-b64f-f7a0cc2b0746" providerId="ADAL" clId="{517D220C-4B45-4025-9516-1F6454511FEF}" dt="2023-12-18T08:15:07.367" v="62" actId="22"/>
          <ac:spMkLst>
            <pc:docMk/>
            <pc:sldMk cId="3734075097" sldId="3479"/>
            <ac:spMk id="10" creationId="{7671E5E0-B11E-DA4B-3D82-EF9866592EDA}"/>
          </ac:spMkLst>
        </pc:spChg>
        <pc:spChg chg="add del mod">
          <ac:chgData name="Kim, Dong-Kyu (KR/IA)" userId="6e7f3708-565e-40b8-b64f-f7a0cc2b0746" providerId="ADAL" clId="{517D220C-4B45-4025-9516-1F6454511FEF}" dt="2023-12-18T08:18:55.178" v="124" actId="478"/>
          <ac:spMkLst>
            <pc:docMk/>
            <pc:sldMk cId="3734075097" sldId="3479"/>
            <ac:spMk id="12" creationId="{F40C195B-DFC5-F720-ECDB-94DB04AF5EE1}"/>
          </ac:spMkLst>
        </pc:spChg>
        <pc:picChg chg="add del mod ord">
          <ac:chgData name="Kim, Dong-Kyu (KR/IA)" userId="6e7f3708-565e-40b8-b64f-f7a0cc2b0746" providerId="ADAL" clId="{517D220C-4B45-4025-9516-1F6454511FEF}" dt="2023-12-18T08:16:49.784" v="75" actId="478"/>
          <ac:picMkLst>
            <pc:docMk/>
            <pc:sldMk cId="3734075097" sldId="3479"/>
            <ac:picMk id="14" creationId="{F1969D8D-E740-442E-69E9-7891CE1362C3}"/>
          </ac:picMkLst>
        </pc:picChg>
        <pc:picChg chg="add del mod ord">
          <ac:chgData name="Kim, Dong-Kyu (KR/IA)" userId="6e7f3708-565e-40b8-b64f-f7a0cc2b0746" providerId="ADAL" clId="{517D220C-4B45-4025-9516-1F6454511FEF}" dt="2023-12-18T08:19:29.295" v="129" actId="478"/>
          <ac:picMkLst>
            <pc:docMk/>
            <pc:sldMk cId="3734075097" sldId="3479"/>
            <ac:picMk id="16" creationId="{767CAD60-DB08-E161-07B8-6A05F05CBC4E}"/>
          </ac:picMkLst>
        </pc:picChg>
        <pc:picChg chg="add del mod ord">
          <ac:chgData name="Kim, Dong-Kyu (KR/IA)" userId="6e7f3708-565e-40b8-b64f-f7a0cc2b0746" providerId="ADAL" clId="{517D220C-4B45-4025-9516-1F6454511FEF}" dt="2023-12-18T08:22:58.978" v="254" actId="478"/>
          <ac:picMkLst>
            <pc:docMk/>
            <pc:sldMk cId="3734075097" sldId="3479"/>
            <ac:picMk id="18" creationId="{D805DDE2-41B8-B654-4983-EBEC44DE24CE}"/>
          </ac:picMkLst>
        </pc:picChg>
        <pc:picChg chg="add del mod">
          <ac:chgData name="Kim, Dong-Kyu (KR/IA)" userId="6e7f3708-565e-40b8-b64f-f7a0cc2b0746" providerId="ADAL" clId="{517D220C-4B45-4025-9516-1F6454511FEF}" dt="2023-12-18T08:23:11.743" v="264" actId="478"/>
          <ac:picMkLst>
            <pc:docMk/>
            <pc:sldMk cId="3734075097" sldId="3479"/>
            <ac:picMk id="20" creationId="{654D471D-D11F-0309-3F65-3C3BF6BEDBC7}"/>
          </ac:picMkLst>
        </pc:picChg>
        <pc:picChg chg="add mod modCrop">
          <ac:chgData name="Kim, Dong-Kyu (KR/IA)" userId="6e7f3708-565e-40b8-b64f-f7a0cc2b0746" providerId="ADAL" clId="{517D220C-4B45-4025-9516-1F6454511FEF}" dt="2023-12-18T08:23:40.740" v="273" actId="1076"/>
          <ac:picMkLst>
            <pc:docMk/>
            <pc:sldMk cId="3734075097" sldId="3479"/>
            <ac:picMk id="22" creationId="{360E8363-FBB9-F5F8-70C8-5F6AA2053500}"/>
          </ac:picMkLst>
        </pc:picChg>
        <pc:picChg chg="del">
          <ac:chgData name="Kim, Dong-Kyu (KR/IA)" userId="6e7f3708-565e-40b8-b64f-f7a0cc2b0746" providerId="ADAL" clId="{517D220C-4B45-4025-9516-1F6454511FEF}" dt="2023-12-18T08:16:07.231" v="68" actId="478"/>
          <ac:picMkLst>
            <pc:docMk/>
            <pc:sldMk cId="3734075097" sldId="3479"/>
            <ac:picMk id="1032" creationId="{13A751AA-2448-B880-3A75-AA3FC7AADB31}"/>
          </ac:picMkLst>
        </pc:picChg>
      </pc:sldChg>
      <pc:sldChg chg="del">
        <pc:chgData name="Kim, Dong-Kyu (KR/IA)" userId="6e7f3708-565e-40b8-b64f-f7a0cc2b0746" providerId="ADAL" clId="{517D220C-4B45-4025-9516-1F6454511FEF}" dt="2023-12-18T08:09:03.295" v="0" actId="2696"/>
        <pc:sldMkLst>
          <pc:docMk/>
          <pc:sldMk cId="156436166" sldId="2146849070"/>
        </pc:sldMkLst>
      </pc:sldChg>
      <pc:sldChg chg="del">
        <pc:chgData name="Kim, Dong-Kyu (KR/IA)" userId="6e7f3708-565e-40b8-b64f-f7a0cc2b0746" providerId="ADAL" clId="{517D220C-4B45-4025-9516-1F6454511FEF}" dt="2023-12-18T08:09:03.295" v="0" actId="2696"/>
        <pc:sldMkLst>
          <pc:docMk/>
          <pc:sldMk cId="709276375" sldId="2147475883"/>
        </pc:sldMkLst>
      </pc:sldChg>
      <pc:sldChg chg="del">
        <pc:chgData name="Kim, Dong-Kyu (KR/IA)" userId="6e7f3708-565e-40b8-b64f-f7a0cc2b0746" providerId="ADAL" clId="{517D220C-4B45-4025-9516-1F6454511FEF}" dt="2023-12-18T08:09:03.295" v="0" actId="2696"/>
        <pc:sldMkLst>
          <pc:docMk/>
          <pc:sldMk cId="1269692747" sldId="2147475886"/>
        </pc:sldMkLst>
      </pc:sldChg>
      <pc:sldChg chg="del">
        <pc:chgData name="Kim, Dong-Kyu (KR/IA)" userId="6e7f3708-565e-40b8-b64f-f7a0cc2b0746" providerId="ADAL" clId="{517D220C-4B45-4025-9516-1F6454511FEF}" dt="2023-12-18T08:09:03.295" v="0" actId="2696"/>
        <pc:sldMkLst>
          <pc:docMk/>
          <pc:sldMk cId="2359331561" sldId="2147475901"/>
        </pc:sldMkLst>
      </pc:sldChg>
      <pc:sldChg chg="del">
        <pc:chgData name="Kim, Dong-Kyu (KR/IA)" userId="6e7f3708-565e-40b8-b64f-f7a0cc2b0746" providerId="ADAL" clId="{517D220C-4B45-4025-9516-1F6454511FEF}" dt="2023-12-18T08:09:03.295" v="0" actId="2696"/>
        <pc:sldMkLst>
          <pc:docMk/>
          <pc:sldMk cId="2933887164" sldId="2147476606"/>
        </pc:sldMkLst>
      </pc:sldChg>
      <pc:sldChg chg="del">
        <pc:chgData name="Kim, Dong-Kyu (KR/IA)" userId="6e7f3708-565e-40b8-b64f-f7a0cc2b0746" providerId="ADAL" clId="{517D220C-4B45-4025-9516-1F6454511FEF}" dt="2023-12-18T08:11:52.896" v="43" actId="2696"/>
        <pc:sldMkLst>
          <pc:docMk/>
          <pc:sldMk cId="2523505636" sldId="2147476690"/>
        </pc:sldMkLst>
      </pc:sldChg>
      <pc:sldChg chg="del">
        <pc:chgData name="Kim, Dong-Kyu (KR/IA)" userId="6e7f3708-565e-40b8-b64f-f7a0cc2b0746" providerId="ADAL" clId="{517D220C-4B45-4025-9516-1F6454511FEF}" dt="2023-12-18T08:09:03.295" v="0" actId="2696"/>
        <pc:sldMkLst>
          <pc:docMk/>
          <pc:sldMk cId="2558537876" sldId="2147476703"/>
        </pc:sldMkLst>
      </pc:sldChg>
      <pc:sldChg chg="modSp mod">
        <pc:chgData name="Kim, Dong-Kyu (KR/IA)" userId="6e7f3708-565e-40b8-b64f-f7a0cc2b0746" providerId="ADAL" clId="{517D220C-4B45-4025-9516-1F6454511FEF}" dt="2023-12-18T08:51:52.671" v="1736" actId="20577"/>
        <pc:sldMkLst>
          <pc:docMk/>
          <pc:sldMk cId="1555203232" sldId="2147476814"/>
        </pc:sldMkLst>
        <pc:spChg chg="mod">
          <ac:chgData name="Kim, Dong-Kyu (KR/IA)" userId="6e7f3708-565e-40b8-b64f-f7a0cc2b0746" providerId="ADAL" clId="{517D220C-4B45-4025-9516-1F6454511FEF}" dt="2023-12-18T08:51:52.671" v="1736" actId="20577"/>
          <ac:spMkLst>
            <pc:docMk/>
            <pc:sldMk cId="1555203232" sldId="2147476814"/>
            <ac:spMk id="6" creationId="{23D0ED71-899B-5709-DCA0-49547302A9E4}"/>
          </ac:spMkLst>
        </pc:spChg>
      </pc:sldChg>
      <pc:sldChg chg="del">
        <pc:chgData name="Kim, Dong-Kyu (KR/IA)" userId="6e7f3708-565e-40b8-b64f-f7a0cc2b0746" providerId="ADAL" clId="{517D220C-4B45-4025-9516-1F6454511FEF}" dt="2023-12-18T08:09:03.295" v="0" actId="2696"/>
        <pc:sldMkLst>
          <pc:docMk/>
          <pc:sldMk cId="3434919542" sldId="2147476844"/>
        </pc:sldMkLst>
      </pc:sldChg>
      <pc:sldChg chg="del">
        <pc:chgData name="Kim, Dong-Kyu (KR/IA)" userId="6e7f3708-565e-40b8-b64f-f7a0cc2b0746" providerId="ADAL" clId="{517D220C-4B45-4025-9516-1F6454511FEF}" dt="2023-12-18T08:09:03.295" v="0" actId="2696"/>
        <pc:sldMkLst>
          <pc:docMk/>
          <pc:sldMk cId="2837607139" sldId="2147476931"/>
        </pc:sldMkLst>
      </pc:sldChg>
      <pc:sldChg chg="del">
        <pc:chgData name="Kim, Dong-Kyu (KR/IA)" userId="6e7f3708-565e-40b8-b64f-f7a0cc2b0746" providerId="ADAL" clId="{517D220C-4B45-4025-9516-1F6454511FEF}" dt="2023-12-18T08:09:03.295" v="0" actId="2696"/>
        <pc:sldMkLst>
          <pc:docMk/>
          <pc:sldMk cId="988243311" sldId="2147476932"/>
        </pc:sldMkLst>
      </pc:sldChg>
      <pc:sldChg chg="del">
        <pc:chgData name="Kim, Dong-Kyu (KR/IA)" userId="6e7f3708-565e-40b8-b64f-f7a0cc2b0746" providerId="ADAL" clId="{517D220C-4B45-4025-9516-1F6454511FEF}" dt="2023-12-18T08:09:03.295" v="0" actId="2696"/>
        <pc:sldMkLst>
          <pc:docMk/>
          <pc:sldMk cId="1367463360" sldId="2147476936"/>
        </pc:sldMkLst>
      </pc:sldChg>
      <pc:sldChg chg="del">
        <pc:chgData name="Kim, Dong-Kyu (KR/IA)" userId="6e7f3708-565e-40b8-b64f-f7a0cc2b0746" providerId="ADAL" clId="{517D220C-4B45-4025-9516-1F6454511FEF}" dt="2023-12-18T08:09:03.295" v="0" actId="2696"/>
        <pc:sldMkLst>
          <pc:docMk/>
          <pc:sldMk cId="1623487380" sldId="2147476963"/>
        </pc:sldMkLst>
      </pc:sldChg>
      <pc:sldChg chg="del">
        <pc:chgData name="Kim, Dong-Kyu (KR/IA)" userId="6e7f3708-565e-40b8-b64f-f7a0cc2b0746" providerId="ADAL" clId="{517D220C-4B45-4025-9516-1F6454511FEF}" dt="2023-12-18T08:09:03.295" v="0" actId="2696"/>
        <pc:sldMkLst>
          <pc:docMk/>
          <pc:sldMk cId="3868712702" sldId="2147476978"/>
        </pc:sldMkLst>
      </pc:sldChg>
      <pc:sldChg chg="del">
        <pc:chgData name="Kim, Dong-Kyu (KR/IA)" userId="6e7f3708-565e-40b8-b64f-f7a0cc2b0746" providerId="ADAL" clId="{517D220C-4B45-4025-9516-1F6454511FEF}" dt="2023-12-18T08:09:03.295" v="0" actId="2696"/>
        <pc:sldMkLst>
          <pc:docMk/>
          <pc:sldMk cId="3703365105" sldId="2147476979"/>
        </pc:sldMkLst>
      </pc:sldChg>
      <pc:sldChg chg="del">
        <pc:chgData name="Kim, Dong-Kyu (KR/IA)" userId="6e7f3708-565e-40b8-b64f-f7a0cc2b0746" providerId="ADAL" clId="{517D220C-4B45-4025-9516-1F6454511FEF}" dt="2023-12-18T08:09:03.295" v="0" actId="2696"/>
        <pc:sldMkLst>
          <pc:docMk/>
          <pc:sldMk cId="1902548062" sldId="2147476982"/>
        </pc:sldMkLst>
      </pc:sldChg>
      <pc:sldChg chg="del">
        <pc:chgData name="Kim, Dong-Kyu (KR/IA)" userId="6e7f3708-565e-40b8-b64f-f7a0cc2b0746" providerId="ADAL" clId="{517D220C-4B45-4025-9516-1F6454511FEF}" dt="2023-12-18T08:09:03.295" v="0" actId="2696"/>
        <pc:sldMkLst>
          <pc:docMk/>
          <pc:sldMk cId="1452449081" sldId="2147477001"/>
        </pc:sldMkLst>
      </pc:sldChg>
      <pc:sldChg chg="del">
        <pc:chgData name="Kim, Dong-Kyu (KR/IA)" userId="6e7f3708-565e-40b8-b64f-f7a0cc2b0746" providerId="ADAL" clId="{517D220C-4B45-4025-9516-1F6454511FEF}" dt="2023-12-18T08:09:03.295" v="0" actId="2696"/>
        <pc:sldMkLst>
          <pc:docMk/>
          <pc:sldMk cId="300333994" sldId="2147477011"/>
        </pc:sldMkLst>
      </pc:sldChg>
      <pc:sldChg chg="del">
        <pc:chgData name="Kim, Dong-Kyu (KR/IA)" userId="6e7f3708-565e-40b8-b64f-f7a0cc2b0746" providerId="ADAL" clId="{517D220C-4B45-4025-9516-1F6454511FEF}" dt="2023-12-18T08:09:03.295" v="0" actId="2696"/>
        <pc:sldMkLst>
          <pc:docMk/>
          <pc:sldMk cId="1639569048" sldId="2147477038"/>
        </pc:sldMkLst>
      </pc:sldChg>
      <pc:sldChg chg="del">
        <pc:chgData name="Kim, Dong-Kyu (KR/IA)" userId="6e7f3708-565e-40b8-b64f-f7a0cc2b0746" providerId="ADAL" clId="{517D220C-4B45-4025-9516-1F6454511FEF}" dt="2023-12-18T08:09:03.295" v="0" actId="2696"/>
        <pc:sldMkLst>
          <pc:docMk/>
          <pc:sldMk cId="3550344784" sldId="2147477040"/>
        </pc:sldMkLst>
      </pc:sldChg>
      <pc:sldChg chg="del">
        <pc:chgData name="Kim, Dong-Kyu (KR/IA)" userId="6e7f3708-565e-40b8-b64f-f7a0cc2b0746" providerId="ADAL" clId="{517D220C-4B45-4025-9516-1F6454511FEF}" dt="2023-12-18T08:09:03.295" v="0" actId="2696"/>
        <pc:sldMkLst>
          <pc:docMk/>
          <pc:sldMk cId="1274930077" sldId="2147477046"/>
        </pc:sldMkLst>
      </pc:sldChg>
      <pc:sldChg chg="delSp modSp mod">
        <pc:chgData name="Kim, Dong-Kyu (KR/IA)" userId="6e7f3708-565e-40b8-b64f-f7a0cc2b0746" providerId="ADAL" clId="{517D220C-4B45-4025-9516-1F6454511FEF}" dt="2023-12-18T08:35:07.195" v="571" actId="20577"/>
        <pc:sldMkLst>
          <pc:docMk/>
          <pc:sldMk cId="1301067441" sldId="2147477053"/>
        </pc:sldMkLst>
        <pc:spChg chg="del">
          <ac:chgData name="Kim, Dong-Kyu (KR/IA)" userId="6e7f3708-565e-40b8-b64f-f7a0cc2b0746" providerId="ADAL" clId="{517D220C-4B45-4025-9516-1F6454511FEF}" dt="2023-12-18T08:11:56.299" v="44" actId="478"/>
          <ac:spMkLst>
            <pc:docMk/>
            <pc:sldMk cId="1301067441" sldId="2147477053"/>
            <ac:spMk id="2" creationId="{F5370CA9-BC26-D24F-797A-845805B46CEA}"/>
          </ac:spMkLst>
        </pc:spChg>
        <pc:spChg chg="del">
          <ac:chgData name="Kim, Dong-Kyu (KR/IA)" userId="6e7f3708-565e-40b8-b64f-f7a0cc2b0746" providerId="ADAL" clId="{517D220C-4B45-4025-9516-1F6454511FEF}" dt="2023-12-18T08:11:56.299" v="44" actId="478"/>
          <ac:spMkLst>
            <pc:docMk/>
            <pc:sldMk cId="1301067441" sldId="2147477053"/>
            <ac:spMk id="3" creationId="{4586B1B5-E372-0587-C4A1-4691211E1834}"/>
          </ac:spMkLst>
        </pc:spChg>
        <pc:spChg chg="del">
          <ac:chgData name="Kim, Dong-Kyu (KR/IA)" userId="6e7f3708-565e-40b8-b64f-f7a0cc2b0746" providerId="ADAL" clId="{517D220C-4B45-4025-9516-1F6454511FEF}" dt="2023-12-18T08:11:56.299" v="44" actId="478"/>
          <ac:spMkLst>
            <pc:docMk/>
            <pc:sldMk cId="1301067441" sldId="2147477053"/>
            <ac:spMk id="4" creationId="{1DF77A1B-1A46-93C8-0522-EFBA17303D6D}"/>
          </ac:spMkLst>
        </pc:spChg>
        <pc:spChg chg="mod">
          <ac:chgData name="Kim, Dong-Kyu (KR/IA)" userId="6e7f3708-565e-40b8-b64f-f7a0cc2b0746" providerId="ADAL" clId="{517D220C-4B45-4025-9516-1F6454511FEF}" dt="2023-12-18T08:34:54.486" v="527" actId="20577"/>
          <ac:spMkLst>
            <pc:docMk/>
            <pc:sldMk cId="1301067441" sldId="2147477053"/>
            <ac:spMk id="5" creationId="{33242B2C-7956-4A94-5F03-B2F844027D77}"/>
          </ac:spMkLst>
        </pc:spChg>
        <pc:spChg chg="mod">
          <ac:chgData name="Kim, Dong-Kyu (KR/IA)" userId="6e7f3708-565e-40b8-b64f-f7a0cc2b0746" providerId="ADAL" clId="{517D220C-4B45-4025-9516-1F6454511FEF}" dt="2023-12-18T08:35:07.195" v="571" actId="20577"/>
          <ac:spMkLst>
            <pc:docMk/>
            <pc:sldMk cId="1301067441" sldId="2147477053"/>
            <ac:spMk id="6" creationId="{1F517FD0-BFA5-1E48-EAED-F2B536016D9C}"/>
          </ac:spMkLst>
        </pc:spChg>
        <pc:spChg chg="del">
          <ac:chgData name="Kim, Dong-Kyu (KR/IA)" userId="6e7f3708-565e-40b8-b64f-f7a0cc2b0746" providerId="ADAL" clId="{517D220C-4B45-4025-9516-1F6454511FEF}" dt="2023-12-18T08:11:56.299" v="44" actId="478"/>
          <ac:spMkLst>
            <pc:docMk/>
            <pc:sldMk cId="1301067441" sldId="2147477053"/>
            <ac:spMk id="7" creationId="{ED6E1FD1-B276-B595-CED3-A79AF8A89560}"/>
          </ac:spMkLst>
        </pc:spChg>
        <pc:spChg chg="del">
          <ac:chgData name="Kim, Dong-Kyu (KR/IA)" userId="6e7f3708-565e-40b8-b64f-f7a0cc2b0746" providerId="ADAL" clId="{517D220C-4B45-4025-9516-1F6454511FEF}" dt="2023-12-18T08:11:56.299" v="44" actId="478"/>
          <ac:spMkLst>
            <pc:docMk/>
            <pc:sldMk cId="1301067441" sldId="2147477053"/>
            <ac:spMk id="8" creationId="{C89391B4-1B55-7B36-D8B1-2D62561369EB}"/>
          </ac:spMkLst>
        </pc:spChg>
        <pc:spChg chg="del">
          <ac:chgData name="Kim, Dong-Kyu (KR/IA)" userId="6e7f3708-565e-40b8-b64f-f7a0cc2b0746" providerId="ADAL" clId="{517D220C-4B45-4025-9516-1F6454511FEF}" dt="2023-12-18T08:11:56.299" v="44" actId="478"/>
          <ac:spMkLst>
            <pc:docMk/>
            <pc:sldMk cId="1301067441" sldId="2147477053"/>
            <ac:spMk id="9" creationId="{6F48612D-CFC3-A286-4092-23487FCF96D5}"/>
          </ac:spMkLst>
        </pc:spChg>
        <pc:spChg chg="mod">
          <ac:chgData name="Kim, Dong-Kyu (KR/IA)" userId="6e7f3708-565e-40b8-b64f-f7a0cc2b0746" providerId="ADAL" clId="{517D220C-4B45-4025-9516-1F6454511FEF}" dt="2023-12-18T08:34:11.613" v="507"/>
          <ac:spMkLst>
            <pc:docMk/>
            <pc:sldMk cId="1301067441" sldId="2147477053"/>
            <ac:spMk id="10" creationId="{A67F4C72-5A6E-C59A-2F1C-1B3512D93A10}"/>
          </ac:spMkLst>
        </pc:spChg>
        <pc:spChg chg="del">
          <ac:chgData name="Kim, Dong-Kyu (KR/IA)" userId="6e7f3708-565e-40b8-b64f-f7a0cc2b0746" providerId="ADAL" clId="{517D220C-4B45-4025-9516-1F6454511FEF}" dt="2023-12-18T08:11:56.299" v="44" actId="478"/>
          <ac:spMkLst>
            <pc:docMk/>
            <pc:sldMk cId="1301067441" sldId="2147477053"/>
            <ac:spMk id="12" creationId="{3729E6B6-35EF-B47C-B4D3-A3E4D480B536}"/>
          </ac:spMkLst>
        </pc:spChg>
        <pc:spChg chg="del">
          <ac:chgData name="Kim, Dong-Kyu (KR/IA)" userId="6e7f3708-565e-40b8-b64f-f7a0cc2b0746" providerId="ADAL" clId="{517D220C-4B45-4025-9516-1F6454511FEF}" dt="2023-12-18T08:11:56.299" v="44" actId="478"/>
          <ac:spMkLst>
            <pc:docMk/>
            <pc:sldMk cId="1301067441" sldId="2147477053"/>
            <ac:spMk id="13" creationId="{A6596247-2A16-7C78-268A-BEA6BB702773}"/>
          </ac:spMkLst>
        </pc:spChg>
        <pc:spChg chg="del">
          <ac:chgData name="Kim, Dong-Kyu (KR/IA)" userId="6e7f3708-565e-40b8-b64f-f7a0cc2b0746" providerId="ADAL" clId="{517D220C-4B45-4025-9516-1F6454511FEF}" dt="2023-12-18T08:11:56.299" v="44" actId="478"/>
          <ac:spMkLst>
            <pc:docMk/>
            <pc:sldMk cId="1301067441" sldId="2147477053"/>
            <ac:spMk id="14" creationId="{D5B8FC26-EFC9-B7C2-580D-C798FF1E911B}"/>
          </ac:spMkLst>
        </pc:spChg>
        <pc:spChg chg="del">
          <ac:chgData name="Kim, Dong-Kyu (KR/IA)" userId="6e7f3708-565e-40b8-b64f-f7a0cc2b0746" providerId="ADAL" clId="{517D220C-4B45-4025-9516-1F6454511FEF}" dt="2023-12-18T08:11:56.299" v="44" actId="478"/>
          <ac:spMkLst>
            <pc:docMk/>
            <pc:sldMk cId="1301067441" sldId="2147477053"/>
            <ac:spMk id="25" creationId="{ED660216-7490-D002-4B9D-BDA0CBAE664D}"/>
          </ac:spMkLst>
        </pc:spChg>
        <pc:spChg chg="del">
          <ac:chgData name="Kim, Dong-Kyu (KR/IA)" userId="6e7f3708-565e-40b8-b64f-f7a0cc2b0746" providerId="ADAL" clId="{517D220C-4B45-4025-9516-1F6454511FEF}" dt="2023-12-18T08:11:56.299" v="44" actId="478"/>
          <ac:spMkLst>
            <pc:docMk/>
            <pc:sldMk cId="1301067441" sldId="2147477053"/>
            <ac:spMk id="26" creationId="{7A344821-AB19-A471-FAFE-4A346E6EB406}"/>
          </ac:spMkLst>
        </pc:spChg>
        <pc:spChg chg="del">
          <ac:chgData name="Kim, Dong-Kyu (KR/IA)" userId="6e7f3708-565e-40b8-b64f-f7a0cc2b0746" providerId="ADAL" clId="{517D220C-4B45-4025-9516-1F6454511FEF}" dt="2023-12-18T08:11:56.299" v="44" actId="478"/>
          <ac:spMkLst>
            <pc:docMk/>
            <pc:sldMk cId="1301067441" sldId="2147477053"/>
            <ac:spMk id="27" creationId="{BF3BA82E-0A6F-6E8E-1B13-A47E66BE6D39}"/>
          </ac:spMkLst>
        </pc:spChg>
        <pc:spChg chg="del">
          <ac:chgData name="Kim, Dong-Kyu (KR/IA)" userId="6e7f3708-565e-40b8-b64f-f7a0cc2b0746" providerId="ADAL" clId="{517D220C-4B45-4025-9516-1F6454511FEF}" dt="2023-12-18T08:11:56.299" v="44" actId="478"/>
          <ac:spMkLst>
            <pc:docMk/>
            <pc:sldMk cId="1301067441" sldId="2147477053"/>
            <ac:spMk id="29" creationId="{9C6B8888-B49A-9883-D569-D5BABB9AF684}"/>
          </ac:spMkLst>
        </pc:spChg>
        <pc:spChg chg="mod">
          <ac:chgData name="Kim, Dong-Kyu (KR/IA)" userId="6e7f3708-565e-40b8-b64f-f7a0cc2b0746" providerId="ADAL" clId="{517D220C-4B45-4025-9516-1F6454511FEF}" dt="2023-12-18T08:12:01.422" v="55" actId="20577"/>
          <ac:spMkLst>
            <pc:docMk/>
            <pc:sldMk cId="1301067441" sldId="2147477053"/>
            <ac:spMk id="32" creationId="{5C483DF7-1D24-6F4F-5694-43A65A68ACB5}"/>
          </ac:spMkLst>
        </pc:spChg>
        <pc:picChg chg="del">
          <ac:chgData name="Kim, Dong-Kyu (KR/IA)" userId="6e7f3708-565e-40b8-b64f-f7a0cc2b0746" providerId="ADAL" clId="{517D220C-4B45-4025-9516-1F6454511FEF}" dt="2023-12-18T08:11:56.299" v="44" actId="478"/>
          <ac:picMkLst>
            <pc:docMk/>
            <pc:sldMk cId="1301067441" sldId="2147477053"/>
            <ac:picMk id="15" creationId="{6A5569FC-7CEC-0AE5-F345-62A5C6E03A73}"/>
          </ac:picMkLst>
        </pc:picChg>
        <pc:picChg chg="del">
          <ac:chgData name="Kim, Dong-Kyu (KR/IA)" userId="6e7f3708-565e-40b8-b64f-f7a0cc2b0746" providerId="ADAL" clId="{517D220C-4B45-4025-9516-1F6454511FEF}" dt="2023-12-18T08:11:56.299" v="44" actId="478"/>
          <ac:picMkLst>
            <pc:docMk/>
            <pc:sldMk cId="1301067441" sldId="2147477053"/>
            <ac:picMk id="16" creationId="{D2D8B514-E6A1-E044-64BF-47A2B318A2EF}"/>
          </ac:picMkLst>
        </pc:picChg>
        <pc:picChg chg="del">
          <ac:chgData name="Kim, Dong-Kyu (KR/IA)" userId="6e7f3708-565e-40b8-b64f-f7a0cc2b0746" providerId="ADAL" clId="{517D220C-4B45-4025-9516-1F6454511FEF}" dt="2023-12-18T08:11:56.299" v="44" actId="478"/>
          <ac:picMkLst>
            <pc:docMk/>
            <pc:sldMk cId="1301067441" sldId="2147477053"/>
            <ac:picMk id="24" creationId="{B06F8425-9648-5B5E-7A2E-4D7F35753F55}"/>
          </ac:picMkLst>
        </pc:picChg>
        <pc:picChg chg="del">
          <ac:chgData name="Kim, Dong-Kyu (KR/IA)" userId="6e7f3708-565e-40b8-b64f-f7a0cc2b0746" providerId="ADAL" clId="{517D220C-4B45-4025-9516-1F6454511FEF}" dt="2023-12-18T08:11:56.299" v="44" actId="478"/>
          <ac:picMkLst>
            <pc:docMk/>
            <pc:sldMk cId="1301067441" sldId="2147477053"/>
            <ac:picMk id="28" creationId="{B3FEDB54-62E6-24CA-EA29-53E6554F8E26}"/>
          </ac:picMkLst>
        </pc:picChg>
      </pc:sldChg>
      <pc:sldChg chg="del">
        <pc:chgData name="Kim, Dong-Kyu (KR/IA)" userId="6e7f3708-565e-40b8-b64f-f7a0cc2b0746" providerId="ADAL" clId="{517D220C-4B45-4025-9516-1F6454511FEF}" dt="2023-12-18T08:09:03.295" v="0" actId="2696"/>
        <pc:sldMkLst>
          <pc:docMk/>
          <pc:sldMk cId="3240295117" sldId="2147477054"/>
        </pc:sldMkLst>
      </pc:sldChg>
      <pc:sldChg chg="del">
        <pc:chgData name="Kim, Dong-Kyu (KR/IA)" userId="6e7f3708-565e-40b8-b64f-f7a0cc2b0746" providerId="ADAL" clId="{517D220C-4B45-4025-9516-1F6454511FEF}" dt="2023-12-18T08:09:03.295" v="0" actId="2696"/>
        <pc:sldMkLst>
          <pc:docMk/>
          <pc:sldMk cId="1659846567" sldId="2147477055"/>
        </pc:sldMkLst>
      </pc:sldChg>
      <pc:sldChg chg="del">
        <pc:chgData name="Kim, Dong-Kyu (KR/IA)" userId="6e7f3708-565e-40b8-b64f-f7a0cc2b0746" providerId="ADAL" clId="{517D220C-4B45-4025-9516-1F6454511FEF}" dt="2023-12-18T08:09:03.295" v="0" actId="2696"/>
        <pc:sldMkLst>
          <pc:docMk/>
          <pc:sldMk cId="2601891490" sldId="2147477056"/>
        </pc:sldMkLst>
      </pc:sldChg>
      <pc:sldChg chg="del">
        <pc:chgData name="Kim, Dong-Kyu (KR/IA)" userId="6e7f3708-565e-40b8-b64f-f7a0cc2b0746" providerId="ADAL" clId="{517D220C-4B45-4025-9516-1F6454511FEF}" dt="2023-12-18T08:09:03.295" v="0" actId="2696"/>
        <pc:sldMkLst>
          <pc:docMk/>
          <pc:sldMk cId="4186925048" sldId="2147477059"/>
        </pc:sldMkLst>
      </pc:sldChg>
      <pc:sldChg chg="del">
        <pc:chgData name="Kim, Dong-Kyu (KR/IA)" userId="6e7f3708-565e-40b8-b64f-f7a0cc2b0746" providerId="ADAL" clId="{517D220C-4B45-4025-9516-1F6454511FEF}" dt="2023-12-18T08:09:03.295" v="0" actId="2696"/>
        <pc:sldMkLst>
          <pc:docMk/>
          <pc:sldMk cId="4211482637" sldId="2147477060"/>
        </pc:sldMkLst>
      </pc:sldChg>
      <pc:sldChg chg="del">
        <pc:chgData name="Kim, Dong-Kyu (KR/IA)" userId="6e7f3708-565e-40b8-b64f-f7a0cc2b0746" providerId="ADAL" clId="{517D220C-4B45-4025-9516-1F6454511FEF}" dt="2023-12-18T08:09:03.295" v="0" actId="2696"/>
        <pc:sldMkLst>
          <pc:docMk/>
          <pc:sldMk cId="3927810949" sldId="2147477062"/>
        </pc:sldMkLst>
      </pc:sldChg>
      <pc:sldChg chg="del">
        <pc:chgData name="Kim, Dong-Kyu (KR/IA)" userId="6e7f3708-565e-40b8-b64f-f7a0cc2b0746" providerId="ADAL" clId="{517D220C-4B45-4025-9516-1F6454511FEF}" dt="2023-12-18T08:09:03.295" v="0" actId="2696"/>
        <pc:sldMkLst>
          <pc:docMk/>
          <pc:sldMk cId="2743261955" sldId="2147477064"/>
        </pc:sldMkLst>
      </pc:sldChg>
      <pc:sldChg chg="del">
        <pc:chgData name="Kim, Dong-Kyu (KR/IA)" userId="6e7f3708-565e-40b8-b64f-f7a0cc2b0746" providerId="ADAL" clId="{517D220C-4B45-4025-9516-1F6454511FEF}" dt="2023-12-18T08:09:03.295" v="0" actId="2696"/>
        <pc:sldMkLst>
          <pc:docMk/>
          <pc:sldMk cId="3203519786" sldId="2147477070"/>
        </pc:sldMkLst>
      </pc:sldChg>
      <pc:sldChg chg="del">
        <pc:chgData name="Kim, Dong-Kyu (KR/IA)" userId="6e7f3708-565e-40b8-b64f-f7a0cc2b0746" providerId="ADAL" clId="{517D220C-4B45-4025-9516-1F6454511FEF}" dt="2023-12-18T08:11:52.896" v="43" actId="2696"/>
        <pc:sldMkLst>
          <pc:docMk/>
          <pc:sldMk cId="4049486184" sldId="2147477072"/>
        </pc:sldMkLst>
      </pc:sldChg>
      <pc:sldChg chg="del">
        <pc:chgData name="Kim, Dong-Kyu (KR/IA)" userId="6e7f3708-565e-40b8-b64f-f7a0cc2b0746" providerId="ADAL" clId="{517D220C-4B45-4025-9516-1F6454511FEF}" dt="2023-12-18T08:09:03.295" v="0" actId="2696"/>
        <pc:sldMkLst>
          <pc:docMk/>
          <pc:sldMk cId="1746384051" sldId="2147477079"/>
        </pc:sldMkLst>
      </pc:sldChg>
      <pc:sldChg chg="del">
        <pc:chgData name="Kim, Dong-Kyu (KR/IA)" userId="6e7f3708-565e-40b8-b64f-f7a0cc2b0746" providerId="ADAL" clId="{517D220C-4B45-4025-9516-1F6454511FEF}" dt="2023-12-18T08:09:03.295" v="0" actId="2696"/>
        <pc:sldMkLst>
          <pc:docMk/>
          <pc:sldMk cId="4163539704" sldId="2147477080"/>
        </pc:sldMkLst>
      </pc:sldChg>
      <pc:sldChg chg="del">
        <pc:chgData name="Kim, Dong-Kyu (KR/IA)" userId="6e7f3708-565e-40b8-b64f-f7a0cc2b0746" providerId="ADAL" clId="{517D220C-4B45-4025-9516-1F6454511FEF}" dt="2023-12-18T08:09:03.295" v="0" actId="2696"/>
        <pc:sldMkLst>
          <pc:docMk/>
          <pc:sldMk cId="526914609" sldId="2147477081"/>
        </pc:sldMkLst>
      </pc:sldChg>
      <pc:sldChg chg="del">
        <pc:chgData name="Kim, Dong-Kyu (KR/IA)" userId="6e7f3708-565e-40b8-b64f-f7a0cc2b0746" providerId="ADAL" clId="{517D220C-4B45-4025-9516-1F6454511FEF}" dt="2023-12-18T08:09:03.295" v="0" actId="2696"/>
        <pc:sldMkLst>
          <pc:docMk/>
          <pc:sldMk cId="2954609608" sldId="2147477082"/>
        </pc:sldMkLst>
      </pc:sldChg>
      <pc:sldChg chg="add del">
        <pc:chgData name="Kim, Dong-Kyu (KR/IA)" userId="6e7f3708-565e-40b8-b64f-f7a0cc2b0746" providerId="ADAL" clId="{517D220C-4B45-4025-9516-1F6454511FEF}" dt="2023-12-18T08:35:09.933" v="572" actId="2696"/>
        <pc:sldMkLst>
          <pc:docMk/>
          <pc:sldMk cId="871984479" sldId="2147477087"/>
        </pc:sldMkLst>
      </pc:sldChg>
      <pc:sldChg chg="modSp add mod">
        <pc:chgData name="Kim, Dong-Kyu (KR/IA)" userId="6e7f3708-565e-40b8-b64f-f7a0cc2b0746" providerId="ADAL" clId="{517D220C-4B45-4025-9516-1F6454511FEF}" dt="2023-12-18T08:36:02.581" v="676"/>
        <pc:sldMkLst>
          <pc:docMk/>
          <pc:sldMk cId="1791125449" sldId="2147477087"/>
        </pc:sldMkLst>
        <pc:spChg chg="mod">
          <ac:chgData name="Kim, Dong-Kyu (KR/IA)" userId="6e7f3708-565e-40b8-b64f-f7a0cc2b0746" providerId="ADAL" clId="{517D220C-4B45-4025-9516-1F6454511FEF}" dt="2023-12-18T08:35:44.909" v="614" actId="20577"/>
          <ac:spMkLst>
            <pc:docMk/>
            <pc:sldMk cId="1791125449" sldId="2147477087"/>
            <ac:spMk id="5" creationId="{33242B2C-7956-4A94-5F03-B2F844027D77}"/>
          </ac:spMkLst>
        </pc:spChg>
        <pc:spChg chg="mod">
          <ac:chgData name="Kim, Dong-Kyu (KR/IA)" userId="6e7f3708-565e-40b8-b64f-f7a0cc2b0746" providerId="ADAL" clId="{517D220C-4B45-4025-9516-1F6454511FEF}" dt="2023-12-18T08:36:02.581" v="676"/>
          <ac:spMkLst>
            <pc:docMk/>
            <pc:sldMk cId="1791125449" sldId="2147477087"/>
            <ac:spMk id="6" creationId="{1F517FD0-BFA5-1E48-EAED-F2B536016D9C}"/>
          </ac:spMkLst>
        </pc:spChg>
        <pc:spChg chg="mod">
          <ac:chgData name="Kim, Dong-Kyu (KR/IA)" userId="6e7f3708-565e-40b8-b64f-f7a0cc2b0746" providerId="ADAL" clId="{517D220C-4B45-4025-9516-1F6454511FEF}" dt="2023-12-18T08:35:36.425" v="607" actId="20577"/>
          <ac:spMkLst>
            <pc:docMk/>
            <pc:sldMk cId="1791125449" sldId="2147477087"/>
            <ac:spMk id="10" creationId="{A67F4C72-5A6E-C59A-2F1C-1B3512D93A10}"/>
          </ac:spMkLst>
        </pc:spChg>
      </pc:sldChg>
      <pc:sldChg chg="del">
        <pc:chgData name="Kim, Dong-Kyu (KR/IA)" userId="6e7f3708-565e-40b8-b64f-f7a0cc2b0746" providerId="ADAL" clId="{517D220C-4B45-4025-9516-1F6454511FEF}" dt="2023-12-18T08:09:03.295" v="0" actId="2696"/>
        <pc:sldMkLst>
          <pc:docMk/>
          <pc:sldMk cId="3951802750" sldId="2147477087"/>
        </pc:sldMkLst>
      </pc:sldChg>
      <pc:sldChg chg="modSp add mod">
        <pc:chgData name="Kim, Dong-Kyu (KR/IA)" userId="6e7f3708-565e-40b8-b64f-f7a0cc2b0746" providerId="ADAL" clId="{517D220C-4B45-4025-9516-1F6454511FEF}" dt="2023-12-18T08:36:37.016" v="763"/>
        <pc:sldMkLst>
          <pc:docMk/>
          <pc:sldMk cId="2276435837" sldId="2147477088"/>
        </pc:sldMkLst>
        <pc:spChg chg="mod">
          <ac:chgData name="Kim, Dong-Kyu (KR/IA)" userId="6e7f3708-565e-40b8-b64f-f7a0cc2b0746" providerId="ADAL" clId="{517D220C-4B45-4025-9516-1F6454511FEF}" dt="2023-12-18T08:36:37.016" v="763"/>
          <ac:spMkLst>
            <pc:docMk/>
            <pc:sldMk cId="2276435837" sldId="2147477088"/>
            <ac:spMk id="5" creationId="{33242B2C-7956-4A94-5F03-B2F844027D77}"/>
          </ac:spMkLst>
        </pc:spChg>
        <pc:spChg chg="mod">
          <ac:chgData name="Kim, Dong-Kyu (KR/IA)" userId="6e7f3708-565e-40b8-b64f-f7a0cc2b0746" providerId="ADAL" clId="{517D220C-4B45-4025-9516-1F6454511FEF}" dt="2023-12-18T08:36:18.632" v="726"/>
          <ac:spMkLst>
            <pc:docMk/>
            <pc:sldMk cId="2276435837" sldId="2147477088"/>
            <ac:spMk id="6" creationId="{1F517FD0-BFA5-1E48-EAED-F2B536016D9C}"/>
          </ac:spMkLst>
        </pc:spChg>
      </pc:sldChg>
      <pc:sldChg chg="del">
        <pc:chgData name="Kim, Dong-Kyu (KR/IA)" userId="6e7f3708-565e-40b8-b64f-f7a0cc2b0746" providerId="ADAL" clId="{517D220C-4B45-4025-9516-1F6454511FEF}" dt="2023-12-18T08:11:52.896" v="43" actId="2696"/>
        <pc:sldMkLst>
          <pc:docMk/>
          <pc:sldMk cId="4249422692" sldId="2147477088"/>
        </pc:sldMkLst>
      </pc:sldChg>
      <pc:sldChg chg="modSp add mod">
        <pc:chgData name="Kim, Dong-Kyu (KR/IA)" userId="6e7f3708-565e-40b8-b64f-f7a0cc2b0746" providerId="ADAL" clId="{517D220C-4B45-4025-9516-1F6454511FEF}" dt="2023-12-18T08:36:45.297" v="771" actId="20577"/>
        <pc:sldMkLst>
          <pc:docMk/>
          <pc:sldMk cId="2191350126" sldId="2147477089"/>
        </pc:sldMkLst>
        <pc:spChg chg="mod">
          <ac:chgData name="Kim, Dong-Kyu (KR/IA)" userId="6e7f3708-565e-40b8-b64f-f7a0cc2b0746" providerId="ADAL" clId="{517D220C-4B45-4025-9516-1F6454511FEF}" dt="2023-12-18T08:36:45.297" v="771" actId="20577"/>
          <ac:spMkLst>
            <pc:docMk/>
            <pc:sldMk cId="2191350126" sldId="2147477089"/>
            <ac:spMk id="5" creationId="{33242B2C-7956-4A94-5F03-B2F844027D77}"/>
          </ac:spMkLst>
        </pc:spChg>
        <pc:spChg chg="mod">
          <ac:chgData name="Kim, Dong-Kyu (KR/IA)" userId="6e7f3708-565e-40b8-b64f-f7a0cc2b0746" providerId="ADAL" clId="{517D220C-4B45-4025-9516-1F6454511FEF}" dt="2023-12-18T08:36:26.102" v="740"/>
          <ac:spMkLst>
            <pc:docMk/>
            <pc:sldMk cId="2191350126" sldId="2147477089"/>
            <ac:spMk id="6" creationId="{1F517FD0-BFA5-1E48-EAED-F2B536016D9C}"/>
          </ac:spMkLst>
        </pc:spChg>
      </pc:sldChg>
      <pc:sldChg chg="modSp add mod">
        <pc:chgData name="Kim, Dong-Kyu (KR/IA)" userId="6e7f3708-565e-40b8-b64f-f7a0cc2b0746" providerId="ADAL" clId="{517D220C-4B45-4025-9516-1F6454511FEF}" dt="2023-12-18T08:53:52.883" v="1738"/>
        <pc:sldMkLst>
          <pc:docMk/>
          <pc:sldMk cId="1932920362" sldId="2147477090"/>
        </pc:sldMkLst>
        <pc:spChg chg="mod">
          <ac:chgData name="Kim, Dong-Kyu (KR/IA)" userId="6e7f3708-565e-40b8-b64f-f7a0cc2b0746" providerId="ADAL" clId="{517D220C-4B45-4025-9516-1F6454511FEF}" dt="2023-12-18T08:37:55.454" v="883" actId="1036"/>
          <ac:spMkLst>
            <pc:docMk/>
            <pc:sldMk cId="1932920362" sldId="2147477090"/>
            <ac:spMk id="4" creationId="{486ABDD8-4B2A-333B-AD5E-04AF88509D74}"/>
          </ac:spMkLst>
        </pc:spChg>
        <pc:spChg chg="mod">
          <ac:chgData name="Kim, Dong-Kyu (KR/IA)" userId="6e7f3708-565e-40b8-b64f-f7a0cc2b0746" providerId="ADAL" clId="{517D220C-4B45-4025-9516-1F6454511FEF}" dt="2023-12-18T08:53:52.883" v="1738"/>
          <ac:spMkLst>
            <pc:docMk/>
            <pc:sldMk cId="1932920362" sldId="2147477090"/>
            <ac:spMk id="6" creationId="{23D0ED71-899B-5709-DCA0-49547302A9E4}"/>
          </ac:spMkLst>
        </pc:spChg>
      </pc:sldChg>
      <pc:sldChg chg="del">
        <pc:chgData name="Kim, Dong-Kyu (KR/IA)" userId="6e7f3708-565e-40b8-b64f-f7a0cc2b0746" providerId="ADAL" clId="{517D220C-4B45-4025-9516-1F6454511FEF}" dt="2023-12-18T08:09:03.295" v="0" actId="2696"/>
        <pc:sldMkLst>
          <pc:docMk/>
          <pc:sldMk cId="2756752183" sldId="2147477090"/>
        </pc:sldMkLst>
      </pc:sldChg>
      <pc:sldChg chg="modSp add mod">
        <pc:chgData name="Kim, Dong-Kyu (KR/IA)" userId="6e7f3708-565e-40b8-b64f-f7a0cc2b0746" providerId="ADAL" clId="{517D220C-4B45-4025-9516-1F6454511FEF}" dt="2023-12-18T08:53:52.883" v="1738"/>
        <pc:sldMkLst>
          <pc:docMk/>
          <pc:sldMk cId="79562826" sldId="2147477091"/>
        </pc:sldMkLst>
        <pc:spChg chg="mod">
          <ac:chgData name="Kim, Dong-Kyu (KR/IA)" userId="6e7f3708-565e-40b8-b64f-f7a0cc2b0746" providerId="ADAL" clId="{517D220C-4B45-4025-9516-1F6454511FEF}" dt="2023-12-18T08:38:13.571" v="916" actId="1035"/>
          <ac:spMkLst>
            <pc:docMk/>
            <pc:sldMk cId="79562826" sldId="2147477091"/>
            <ac:spMk id="4" creationId="{486ABDD8-4B2A-333B-AD5E-04AF88509D74}"/>
          </ac:spMkLst>
        </pc:spChg>
        <pc:spChg chg="mod">
          <ac:chgData name="Kim, Dong-Kyu (KR/IA)" userId="6e7f3708-565e-40b8-b64f-f7a0cc2b0746" providerId="ADAL" clId="{517D220C-4B45-4025-9516-1F6454511FEF}" dt="2023-12-18T08:53:52.883" v="1738"/>
          <ac:spMkLst>
            <pc:docMk/>
            <pc:sldMk cId="79562826" sldId="2147477091"/>
            <ac:spMk id="6" creationId="{23D0ED71-899B-5709-DCA0-49547302A9E4}"/>
          </ac:spMkLst>
        </pc:spChg>
      </pc:sldChg>
      <pc:sldChg chg="modSp add mod">
        <pc:chgData name="Kim, Dong-Kyu (KR/IA)" userId="6e7f3708-565e-40b8-b64f-f7a0cc2b0746" providerId="ADAL" clId="{517D220C-4B45-4025-9516-1F6454511FEF}" dt="2023-12-18T08:53:52.883" v="1738"/>
        <pc:sldMkLst>
          <pc:docMk/>
          <pc:sldMk cId="3465445973" sldId="2147477092"/>
        </pc:sldMkLst>
        <pc:spChg chg="mod">
          <ac:chgData name="Kim, Dong-Kyu (KR/IA)" userId="6e7f3708-565e-40b8-b64f-f7a0cc2b0746" providerId="ADAL" clId="{517D220C-4B45-4025-9516-1F6454511FEF}" dt="2023-12-18T08:38:33.236" v="939" actId="1035"/>
          <ac:spMkLst>
            <pc:docMk/>
            <pc:sldMk cId="3465445973" sldId="2147477092"/>
            <ac:spMk id="4" creationId="{486ABDD8-4B2A-333B-AD5E-04AF88509D74}"/>
          </ac:spMkLst>
        </pc:spChg>
        <pc:spChg chg="mod">
          <ac:chgData name="Kim, Dong-Kyu (KR/IA)" userId="6e7f3708-565e-40b8-b64f-f7a0cc2b0746" providerId="ADAL" clId="{517D220C-4B45-4025-9516-1F6454511FEF}" dt="2023-12-18T08:53:52.883" v="1738"/>
          <ac:spMkLst>
            <pc:docMk/>
            <pc:sldMk cId="3465445973" sldId="2147477092"/>
            <ac:spMk id="6" creationId="{23D0ED71-899B-5709-DCA0-49547302A9E4}"/>
          </ac:spMkLst>
        </pc:spChg>
      </pc:sldChg>
      <pc:sldChg chg="del">
        <pc:chgData name="Kim, Dong-Kyu (KR/IA)" userId="6e7f3708-565e-40b8-b64f-f7a0cc2b0746" providerId="ADAL" clId="{517D220C-4B45-4025-9516-1F6454511FEF}" dt="2023-12-18T08:09:03.295" v="0" actId="2696"/>
        <pc:sldMkLst>
          <pc:docMk/>
          <pc:sldMk cId="1342326993" sldId="2147477093"/>
        </pc:sldMkLst>
      </pc:sldChg>
      <pc:sldChg chg="modSp add mod">
        <pc:chgData name="Kim, Dong-Kyu (KR/IA)" userId="6e7f3708-565e-40b8-b64f-f7a0cc2b0746" providerId="ADAL" clId="{517D220C-4B45-4025-9516-1F6454511FEF}" dt="2023-12-18T08:53:52.883" v="1738"/>
        <pc:sldMkLst>
          <pc:docMk/>
          <pc:sldMk cId="3931058006" sldId="2147477093"/>
        </pc:sldMkLst>
        <pc:spChg chg="mod">
          <ac:chgData name="Kim, Dong-Kyu (KR/IA)" userId="6e7f3708-565e-40b8-b64f-f7a0cc2b0746" providerId="ADAL" clId="{517D220C-4B45-4025-9516-1F6454511FEF}" dt="2023-12-18T08:39:04.612" v="965" actId="1036"/>
          <ac:spMkLst>
            <pc:docMk/>
            <pc:sldMk cId="3931058006" sldId="2147477093"/>
            <ac:spMk id="4" creationId="{486ABDD8-4B2A-333B-AD5E-04AF88509D74}"/>
          </ac:spMkLst>
        </pc:spChg>
        <pc:spChg chg="mod">
          <ac:chgData name="Kim, Dong-Kyu (KR/IA)" userId="6e7f3708-565e-40b8-b64f-f7a0cc2b0746" providerId="ADAL" clId="{517D220C-4B45-4025-9516-1F6454511FEF}" dt="2023-12-18T08:53:52.883" v="1738"/>
          <ac:spMkLst>
            <pc:docMk/>
            <pc:sldMk cId="3931058006" sldId="2147477093"/>
            <ac:spMk id="6" creationId="{23D0ED71-899B-5709-DCA0-49547302A9E4}"/>
          </ac:spMkLst>
        </pc:spChg>
      </pc:sldChg>
      <pc:sldChg chg="modSp add mod">
        <pc:chgData name="Kim, Dong-Kyu (KR/IA)" userId="6e7f3708-565e-40b8-b64f-f7a0cc2b0746" providerId="ADAL" clId="{517D220C-4B45-4025-9516-1F6454511FEF}" dt="2023-12-18T08:53:52.883" v="1738"/>
        <pc:sldMkLst>
          <pc:docMk/>
          <pc:sldMk cId="3029948763" sldId="2147477094"/>
        </pc:sldMkLst>
        <pc:spChg chg="mod">
          <ac:chgData name="Kim, Dong-Kyu (KR/IA)" userId="6e7f3708-565e-40b8-b64f-f7a0cc2b0746" providerId="ADAL" clId="{517D220C-4B45-4025-9516-1F6454511FEF}" dt="2023-12-18T08:48:44.933" v="1703" actId="1036"/>
          <ac:spMkLst>
            <pc:docMk/>
            <pc:sldMk cId="3029948763" sldId="2147477094"/>
            <ac:spMk id="4" creationId="{486ABDD8-4B2A-333B-AD5E-04AF88509D74}"/>
          </ac:spMkLst>
        </pc:spChg>
        <pc:spChg chg="mod">
          <ac:chgData name="Kim, Dong-Kyu (KR/IA)" userId="6e7f3708-565e-40b8-b64f-f7a0cc2b0746" providerId="ADAL" clId="{517D220C-4B45-4025-9516-1F6454511FEF}" dt="2023-12-18T08:53:52.883" v="1738"/>
          <ac:spMkLst>
            <pc:docMk/>
            <pc:sldMk cId="3029948763" sldId="2147477094"/>
            <ac:spMk id="6" creationId="{23D0ED71-899B-5709-DCA0-49547302A9E4}"/>
          </ac:spMkLst>
        </pc:spChg>
      </pc:sldChg>
      <pc:sldChg chg="modSp add mod">
        <pc:chgData name="Kim, Dong-Kyu (KR/IA)" userId="6e7f3708-565e-40b8-b64f-f7a0cc2b0746" providerId="ADAL" clId="{517D220C-4B45-4025-9516-1F6454511FEF}" dt="2023-12-18T08:53:37.923" v="1737"/>
        <pc:sldMkLst>
          <pc:docMk/>
          <pc:sldMk cId="1121478834" sldId="2147477095"/>
        </pc:sldMkLst>
        <pc:spChg chg="mod">
          <ac:chgData name="Kim, Dong-Kyu (KR/IA)" userId="6e7f3708-565e-40b8-b64f-f7a0cc2b0746" providerId="ADAL" clId="{517D220C-4B45-4025-9516-1F6454511FEF}" dt="2023-12-18T08:39:54.672" v="1050"/>
          <ac:spMkLst>
            <pc:docMk/>
            <pc:sldMk cId="1121478834" sldId="2147477095"/>
            <ac:spMk id="5" creationId="{33242B2C-7956-4A94-5F03-B2F844027D77}"/>
          </ac:spMkLst>
        </pc:spChg>
        <pc:spChg chg="mod">
          <ac:chgData name="Kim, Dong-Kyu (KR/IA)" userId="6e7f3708-565e-40b8-b64f-f7a0cc2b0746" providerId="ADAL" clId="{517D220C-4B45-4025-9516-1F6454511FEF}" dt="2023-12-18T08:40:00.957" v="1063"/>
          <ac:spMkLst>
            <pc:docMk/>
            <pc:sldMk cId="1121478834" sldId="2147477095"/>
            <ac:spMk id="6" creationId="{1F517FD0-BFA5-1E48-EAED-F2B536016D9C}"/>
          </ac:spMkLst>
        </pc:spChg>
        <pc:spChg chg="mod">
          <ac:chgData name="Kim, Dong-Kyu (KR/IA)" userId="6e7f3708-565e-40b8-b64f-f7a0cc2b0746" providerId="ADAL" clId="{517D220C-4B45-4025-9516-1F6454511FEF}" dt="2023-12-18T08:53:37.923" v="1737"/>
          <ac:spMkLst>
            <pc:docMk/>
            <pc:sldMk cId="1121478834" sldId="2147477095"/>
            <ac:spMk id="10" creationId="{A67F4C72-5A6E-C59A-2F1C-1B3512D93A10}"/>
          </ac:spMkLst>
        </pc:spChg>
      </pc:sldChg>
      <pc:sldChg chg="modSp add mod">
        <pc:chgData name="Kim, Dong-Kyu (KR/IA)" userId="6e7f3708-565e-40b8-b64f-f7a0cc2b0746" providerId="ADAL" clId="{517D220C-4B45-4025-9516-1F6454511FEF}" dt="2023-12-18T08:53:37.923" v="1737"/>
        <pc:sldMkLst>
          <pc:docMk/>
          <pc:sldMk cId="391559963" sldId="2147477096"/>
        </pc:sldMkLst>
        <pc:spChg chg="mod">
          <ac:chgData name="Kim, Dong-Kyu (KR/IA)" userId="6e7f3708-565e-40b8-b64f-f7a0cc2b0746" providerId="ADAL" clId="{517D220C-4B45-4025-9516-1F6454511FEF}" dt="2023-12-18T08:40:15.022" v="1079"/>
          <ac:spMkLst>
            <pc:docMk/>
            <pc:sldMk cId="391559963" sldId="2147477096"/>
            <ac:spMk id="6" creationId="{1F517FD0-BFA5-1E48-EAED-F2B536016D9C}"/>
          </ac:spMkLst>
        </pc:spChg>
        <pc:spChg chg="mod">
          <ac:chgData name="Kim, Dong-Kyu (KR/IA)" userId="6e7f3708-565e-40b8-b64f-f7a0cc2b0746" providerId="ADAL" clId="{517D220C-4B45-4025-9516-1F6454511FEF}" dt="2023-12-18T08:53:37.923" v="1737"/>
          <ac:spMkLst>
            <pc:docMk/>
            <pc:sldMk cId="391559963" sldId="2147477096"/>
            <ac:spMk id="10" creationId="{A67F4C72-5A6E-C59A-2F1C-1B3512D93A10}"/>
          </ac:spMkLst>
        </pc:spChg>
      </pc:sldChg>
      <pc:sldChg chg="modSp add mod">
        <pc:chgData name="Kim, Dong-Kyu (KR/IA)" userId="6e7f3708-565e-40b8-b64f-f7a0cc2b0746" providerId="ADAL" clId="{517D220C-4B45-4025-9516-1F6454511FEF}" dt="2023-12-18T08:53:37.923" v="1737"/>
        <pc:sldMkLst>
          <pc:docMk/>
          <pc:sldMk cId="427087737" sldId="2147477097"/>
        </pc:sldMkLst>
        <pc:spChg chg="mod">
          <ac:chgData name="Kim, Dong-Kyu (KR/IA)" userId="6e7f3708-565e-40b8-b64f-f7a0cc2b0746" providerId="ADAL" clId="{517D220C-4B45-4025-9516-1F6454511FEF}" dt="2023-12-18T08:40:33.198" v="1144" actId="20577"/>
          <ac:spMkLst>
            <pc:docMk/>
            <pc:sldMk cId="427087737" sldId="2147477097"/>
            <ac:spMk id="5" creationId="{33242B2C-7956-4A94-5F03-B2F844027D77}"/>
          </ac:spMkLst>
        </pc:spChg>
        <pc:spChg chg="mod">
          <ac:chgData name="Kim, Dong-Kyu (KR/IA)" userId="6e7f3708-565e-40b8-b64f-f7a0cc2b0746" providerId="ADAL" clId="{517D220C-4B45-4025-9516-1F6454511FEF}" dt="2023-12-18T08:40:24.488" v="1125" actId="20577"/>
          <ac:spMkLst>
            <pc:docMk/>
            <pc:sldMk cId="427087737" sldId="2147477097"/>
            <ac:spMk id="6" creationId="{1F517FD0-BFA5-1E48-EAED-F2B536016D9C}"/>
          </ac:spMkLst>
        </pc:spChg>
        <pc:spChg chg="mod">
          <ac:chgData name="Kim, Dong-Kyu (KR/IA)" userId="6e7f3708-565e-40b8-b64f-f7a0cc2b0746" providerId="ADAL" clId="{517D220C-4B45-4025-9516-1F6454511FEF}" dt="2023-12-18T08:53:37.923" v="1737"/>
          <ac:spMkLst>
            <pc:docMk/>
            <pc:sldMk cId="427087737" sldId="2147477097"/>
            <ac:spMk id="10" creationId="{A67F4C72-5A6E-C59A-2F1C-1B3512D93A10}"/>
          </ac:spMkLst>
        </pc:spChg>
      </pc:sldChg>
      <pc:sldChg chg="modSp add mod">
        <pc:chgData name="Kim, Dong-Kyu (KR/IA)" userId="6e7f3708-565e-40b8-b64f-f7a0cc2b0746" providerId="ADAL" clId="{517D220C-4B45-4025-9516-1F6454511FEF}" dt="2023-12-18T08:53:37.923" v="1737"/>
        <pc:sldMkLst>
          <pc:docMk/>
          <pc:sldMk cId="1243279913" sldId="2147477098"/>
        </pc:sldMkLst>
        <pc:spChg chg="mod">
          <ac:chgData name="Kim, Dong-Kyu (KR/IA)" userId="6e7f3708-565e-40b8-b64f-f7a0cc2b0746" providerId="ADAL" clId="{517D220C-4B45-4025-9516-1F6454511FEF}" dt="2023-12-18T08:41:01.720" v="1166" actId="20577"/>
          <ac:spMkLst>
            <pc:docMk/>
            <pc:sldMk cId="1243279913" sldId="2147477098"/>
            <ac:spMk id="5" creationId="{33242B2C-7956-4A94-5F03-B2F844027D77}"/>
          </ac:spMkLst>
        </pc:spChg>
        <pc:spChg chg="mod">
          <ac:chgData name="Kim, Dong-Kyu (KR/IA)" userId="6e7f3708-565e-40b8-b64f-f7a0cc2b0746" providerId="ADAL" clId="{517D220C-4B45-4025-9516-1F6454511FEF}" dt="2023-12-18T08:40:53.316" v="1162"/>
          <ac:spMkLst>
            <pc:docMk/>
            <pc:sldMk cId="1243279913" sldId="2147477098"/>
            <ac:spMk id="6" creationId="{1F517FD0-BFA5-1E48-EAED-F2B536016D9C}"/>
          </ac:spMkLst>
        </pc:spChg>
        <pc:spChg chg="mod">
          <ac:chgData name="Kim, Dong-Kyu (KR/IA)" userId="6e7f3708-565e-40b8-b64f-f7a0cc2b0746" providerId="ADAL" clId="{517D220C-4B45-4025-9516-1F6454511FEF}" dt="2023-12-18T08:53:37.923" v="1737"/>
          <ac:spMkLst>
            <pc:docMk/>
            <pc:sldMk cId="1243279913" sldId="2147477098"/>
            <ac:spMk id="10" creationId="{A67F4C72-5A6E-C59A-2F1C-1B3512D93A10}"/>
          </ac:spMkLst>
        </pc:spChg>
      </pc:sldChg>
      <pc:sldChg chg="modSp add mod">
        <pc:chgData name="Kim, Dong-Kyu (KR/IA)" userId="6e7f3708-565e-40b8-b64f-f7a0cc2b0746" providerId="ADAL" clId="{517D220C-4B45-4025-9516-1F6454511FEF}" dt="2023-12-18T08:53:37.923" v="1737"/>
        <pc:sldMkLst>
          <pc:docMk/>
          <pc:sldMk cId="1197832167" sldId="2147477099"/>
        </pc:sldMkLst>
        <pc:spChg chg="mod">
          <ac:chgData name="Kim, Dong-Kyu (KR/IA)" userId="6e7f3708-565e-40b8-b64f-f7a0cc2b0746" providerId="ADAL" clId="{517D220C-4B45-4025-9516-1F6454511FEF}" dt="2023-12-18T08:41:19.490" v="1187"/>
          <ac:spMkLst>
            <pc:docMk/>
            <pc:sldMk cId="1197832167" sldId="2147477099"/>
            <ac:spMk id="5" creationId="{33242B2C-7956-4A94-5F03-B2F844027D77}"/>
          </ac:spMkLst>
        </pc:spChg>
        <pc:spChg chg="mod">
          <ac:chgData name="Kim, Dong-Kyu (KR/IA)" userId="6e7f3708-565e-40b8-b64f-f7a0cc2b0746" providerId="ADAL" clId="{517D220C-4B45-4025-9516-1F6454511FEF}" dt="2023-12-18T08:41:27.425" v="1223"/>
          <ac:spMkLst>
            <pc:docMk/>
            <pc:sldMk cId="1197832167" sldId="2147477099"/>
            <ac:spMk id="6" creationId="{1F517FD0-BFA5-1E48-EAED-F2B536016D9C}"/>
          </ac:spMkLst>
        </pc:spChg>
        <pc:spChg chg="mod">
          <ac:chgData name="Kim, Dong-Kyu (KR/IA)" userId="6e7f3708-565e-40b8-b64f-f7a0cc2b0746" providerId="ADAL" clId="{517D220C-4B45-4025-9516-1F6454511FEF}" dt="2023-12-18T08:53:37.923" v="1737"/>
          <ac:spMkLst>
            <pc:docMk/>
            <pc:sldMk cId="1197832167" sldId="2147477099"/>
            <ac:spMk id="10" creationId="{A67F4C72-5A6E-C59A-2F1C-1B3512D93A10}"/>
          </ac:spMkLst>
        </pc:spChg>
      </pc:sldChg>
      <pc:sldChg chg="modSp add mod">
        <pc:chgData name="Kim, Dong-Kyu (KR/IA)" userId="6e7f3708-565e-40b8-b64f-f7a0cc2b0746" providerId="ADAL" clId="{517D220C-4B45-4025-9516-1F6454511FEF}" dt="2023-12-18T08:53:37.923" v="1737"/>
        <pc:sldMkLst>
          <pc:docMk/>
          <pc:sldMk cId="1494195918" sldId="2147477100"/>
        </pc:sldMkLst>
        <pc:spChg chg="mod">
          <ac:chgData name="Kim, Dong-Kyu (KR/IA)" userId="6e7f3708-565e-40b8-b64f-f7a0cc2b0746" providerId="ADAL" clId="{517D220C-4B45-4025-9516-1F6454511FEF}" dt="2023-12-18T08:41:34.201" v="1245"/>
          <ac:spMkLst>
            <pc:docMk/>
            <pc:sldMk cId="1494195918" sldId="2147477100"/>
            <ac:spMk id="6" creationId="{1F517FD0-BFA5-1E48-EAED-F2B536016D9C}"/>
          </ac:spMkLst>
        </pc:spChg>
        <pc:spChg chg="mod">
          <ac:chgData name="Kim, Dong-Kyu (KR/IA)" userId="6e7f3708-565e-40b8-b64f-f7a0cc2b0746" providerId="ADAL" clId="{517D220C-4B45-4025-9516-1F6454511FEF}" dt="2023-12-18T08:53:37.923" v="1737"/>
          <ac:spMkLst>
            <pc:docMk/>
            <pc:sldMk cId="1494195918" sldId="2147477100"/>
            <ac:spMk id="10" creationId="{A67F4C72-5A6E-C59A-2F1C-1B3512D93A10}"/>
          </ac:spMkLst>
        </pc:spChg>
      </pc:sldChg>
      <pc:sldChg chg="modSp add mod">
        <pc:chgData name="Kim, Dong-Kyu (KR/IA)" userId="6e7f3708-565e-40b8-b64f-f7a0cc2b0746" providerId="ADAL" clId="{517D220C-4B45-4025-9516-1F6454511FEF}" dt="2023-12-18T08:42:13.303" v="1298" actId="20577"/>
        <pc:sldMkLst>
          <pc:docMk/>
          <pc:sldMk cId="758237072" sldId="2147477101"/>
        </pc:sldMkLst>
        <pc:spChg chg="mod">
          <ac:chgData name="Kim, Dong-Kyu (KR/IA)" userId="6e7f3708-565e-40b8-b64f-f7a0cc2b0746" providerId="ADAL" clId="{517D220C-4B45-4025-9516-1F6454511FEF}" dt="2023-12-18T08:42:11.489" v="1295" actId="20577"/>
          <ac:spMkLst>
            <pc:docMk/>
            <pc:sldMk cId="758237072" sldId="2147477101"/>
            <ac:spMk id="5" creationId="{33242B2C-7956-4A94-5F03-B2F844027D77}"/>
          </ac:spMkLst>
        </pc:spChg>
        <pc:spChg chg="mod">
          <ac:chgData name="Kim, Dong-Kyu (KR/IA)" userId="6e7f3708-565e-40b8-b64f-f7a0cc2b0746" providerId="ADAL" clId="{517D220C-4B45-4025-9516-1F6454511FEF}" dt="2023-12-18T08:42:13.303" v="1298" actId="20577"/>
          <ac:spMkLst>
            <pc:docMk/>
            <pc:sldMk cId="758237072" sldId="2147477101"/>
            <ac:spMk id="10" creationId="{A67F4C72-5A6E-C59A-2F1C-1B3512D93A10}"/>
          </ac:spMkLst>
        </pc:spChg>
      </pc:sldChg>
      <pc:sldChg chg="modSp add mod">
        <pc:chgData name="Kim, Dong-Kyu (KR/IA)" userId="6e7f3708-565e-40b8-b64f-f7a0cc2b0746" providerId="ADAL" clId="{517D220C-4B45-4025-9516-1F6454511FEF}" dt="2023-12-18T08:42:24.415" v="1314"/>
        <pc:sldMkLst>
          <pc:docMk/>
          <pc:sldMk cId="4115723967" sldId="2147477102"/>
        </pc:sldMkLst>
        <pc:spChg chg="mod">
          <ac:chgData name="Kim, Dong-Kyu (KR/IA)" userId="6e7f3708-565e-40b8-b64f-f7a0cc2b0746" providerId="ADAL" clId="{517D220C-4B45-4025-9516-1F6454511FEF}" dt="2023-12-18T08:42:24.415" v="1314"/>
          <ac:spMkLst>
            <pc:docMk/>
            <pc:sldMk cId="4115723967" sldId="2147477102"/>
            <ac:spMk id="6" creationId="{1F517FD0-BFA5-1E48-EAED-F2B536016D9C}"/>
          </ac:spMkLst>
        </pc:spChg>
      </pc:sldChg>
      <pc:sldChg chg="modSp add mod">
        <pc:chgData name="Kim, Dong-Kyu (KR/IA)" userId="6e7f3708-565e-40b8-b64f-f7a0cc2b0746" providerId="ADAL" clId="{517D220C-4B45-4025-9516-1F6454511FEF}" dt="2023-12-18T08:42:42.453" v="1371"/>
        <pc:sldMkLst>
          <pc:docMk/>
          <pc:sldMk cId="1505596840" sldId="2147477103"/>
        </pc:sldMkLst>
        <pc:spChg chg="mod">
          <ac:chgData name="Kim, Dong-Kyu (KR/IA)" userId="6e7f3708-565e-40b8-b64f-f7a0cc2b0746" providerId="ADAL" clId="{517D220C-4B45-4025-9516-1F6454511FEF}" dt="2023-12-18T08:42:42.453" v="1371"/>
          <ac:spMkLst>
            <pc:docMk/>
            <pc:sldMk cId="1505596840" sldId="2147477103"/>
            <ac:spMk id="5" creationId="{33242B2C-7956-4A94-5F03-B2F844027D77}"/>
          </ac:spMkLst>
        </pc:spChg>
        <pc:spChg chg="mod">
          <ac:chgData name="Kim, Dong-Kyu (KR/IA)" userId="6e7f3708-565e-40b8-b64f-f7a0cc2b0746" providerId="ADAL" clId="{517D220C-4B45-4025-9516-1F6454511FEF}" dt="2023-12-18T08:42:35.597" v="1352"/>
          <ac:spMkLst>
            <pc:docMk/>
            <pc:sldMk cId="1505596840" sldId="2147477103"/>
            <ac:spMk id="6" creationId="{1F517FD0-BFA5-1E48-EAED-F2B536016D9C}"/>
          </ac:spMkLst>
        </pc:spChg>
      </pc:sldChg>
      <pc:sldChg chg="modSp add mod">
        <pc:chgData name="Kim, Dong-Kyu (KR/IA)" userId="6e7f3708-565e-40b8-b64f-f7a0cc2b0746" providerId="ADAL" clId="{517D220C-4B45-4025-9516-1F6454511FEF}" dt="2023-12-18T08:42:51.837" v="1409" actId="20577"/>
        <pc:sldMkLst>
          <pc:docMk/>
          <pc:sldMk cId="3911520950" sldId="2147477104"/>
        </pc:sldMkLst>
        <pc:spChg chg="mod">
          <ac:chgData name="Kim, Dong-Kyu (KR/IA)" userId="6e7f3708-565e-40b8-b64f-f7a0cc2b0746" providerId="ADAL" clId="{517D220C-4B45-4025-9516-1F6454511FEF}" dt="2023-12-18T08:42:51.837" v="1409" actId="20577"/>
          <ac:spMkLst>
            <pc:docMk/>
            <pc:sldMk cId="3911520950" sldId="2147477104"/>
            <ac:spMk id="6" creationId="{1F517FD0-BFA5-1E48-EAED-F2B536016D9C}"/>
          </ac:spMkLst>
        </pc:spChg>
      </pc:sldChg>
      <pc:sldChg chg="modSp add mod">
        <pc:chgData name="Kim, Dong-Kyu (KR/IA)" userId="6e7f3708-565e-40b8-b64f-f7a0cc2b0746" providerId="ADAL" clId="{517D220C-4B45-4025-9516-1F6454511FEF}" dt="2023-12-18T08:43:06.025" v="1446" actId="20577"/>
        <pc:sldMkLst>
          <pc:docMk/>
          <pc:sldMk cId="1456069937" sldId="2147477105"/>
        </pc:sldMkLst>
        <pc:spChg chg="mod">
          <ac:chgData name="Kim, Dong-Kyu (KR/IA)" userId="6e7f3708-565e-40b8-b64f-f7a0cc2b0746" providerId="ADAL" clId="{517D220C-4B45-4025-9516-1F6454511FEF}" dt="2023-12-18T08:43:06.025" v="1446" actId="20577"/>
          <ac:spMkLst>
            <pc:docMk/>
            <pc:sldMk cId="1456069937" sldId="2147477105"/>
            <ac:spMk id="6" creationId="{1F517FD0-BFA5-1E48-EAED-F2B536016D9C}"/>
          </ac:spMkLst>
        </pc:spChg>
      </pc:sldChg>
      <pc:sldChg chg="modSp add mod">
        <pc:chgData name="Kim, Dong-Kyu (KR/IA)" userId="6e7f3708-565e-40b8-b64f-f7a0cc2b0746" providerId="ADAL" clId="{517D220C-4B45-4025-9516-1F6454511FEF}" dt="2023-12-18T08:43:15.711" v="1464"/>
        <pc:sldMkLst>
          <pc:docMk/>
          <pc:sldMk cId="1783533602" sldId="2147477106"/>
        </pc:sldMkLst>
        <pc:spChg chg="mod">
          <ac:chgData name="Kim, Dong-Kyu (KR/IA)" userId="6e7f3708-565e-40b8-b64f-f7a0cc2b0746" providerId="ADAL" clId="{517D220C-4B45-4025-9516-1F6454511FEF}" dt="2023-12-18T08:43:15.711" v="1464"/>
          <ac:spMkLst>
            <pc:docMk/>
            <pc:sldMk cId="1783533602" sldId="2147477106"/>
            <ac:spMk id="6" creationId="{1F517FD0-BFA5-1E48-EAED-F2B536016D9C}"/>
          </ac:spMkLst>
        </pc:spChg>
      </pc:sldChg>
      <pc:sldChg chg="modSp add mod">
        <pc:chgData name="Kim, Dong-Kyu (KR/IA)" userId="6e7f3708-565e-40b8-b64f-f7a0cc2b0746" providerId="ADAL" clId="{517D220C-4B45-4025-9516-1F6454511FEF}" dt="2023-12-18T08:43:21.382" v="1481"/>
        <pc:sldMkLst>
          <pc:docMk/>
          <pc:sldMk cId="3753553430" sldId="2147477107"/>
        </pc:sldMkLst>
        <pc:spChg chg="mod">
          <ac:chgData name="Kim, Dong-Kyu (KR/IA)" userId="6e7f3708-565e-40b8-b64f-f7a0cc2b0746" providerId="ADAL" clId="{517D220C-4B45-4025-9516-1F6454511FEF}" dt="2023-12-18T08:43:21.382" v="1481"/>
          <ac:spMkLst>
            <pc:docMk/>
            <pc:sldMk cId="3753553430" sldId="2147477107"/>
            <ac:spMk id="6" creationId="{1F517FD0-BFA5-1E48-EAED-F2B536016D9C}"/>
          </ac:spMkLst>
        </pc:spChg>
      </pc:sldChg>
      <pc:sldChg chg="modSp add mod">
        <pc:chgData name="Kim, Dong-Kyu (KR/IA)" userId="6e7f3708-565e-40b8-b64f-f7a0cc2b0746" providerId="ADAL" clId="{517D220C-4B45-4025-9516-1F6454511FEF}" dt="2023-12-18T08:43:35.495" v="1528"/>
        <pc:sldMkLst>
          <pc:docMk/>
          <pc:sldMk cId="3793360095" sldId="2147477108"/>
        </pc:sldMkLst>
        <pc:spChg chg="mod">
          <ac:chgData name="Kim, Dong-Kyu (KR/IA)" userId="6e7f3708-565e-40b8-b64f-f7a0cc2b0746" providerId="ADAL" clId="{517D220C-4B45-4025-9516-1F6454511FEF}" dt="2023-12-18T08:43:30.056" v="1502"/>
          <ac:spMkLst>
            <pc:docMk/>
            <pc:sldMk cId="3793360095" sldId="2147477108"/>
            <ac:spMk id="5" creationId="{33242B2C-7956-4A94-5F03-B2F844027D77}"/>
          </ac:spMkLst>
        </pc:spChg>
        <pc:spChg chg="mod">
          <ac:chgData name="Kim, Dong-Kyu (KR/IA)" userId="6e7f3708-565e-40b8-b64f-f7a0cc2b0746" providerId="ADAL" clId="{517D220C-4B45-4025-9516-1F6454511FEF}" dt="2023-12-18T08:43:35.495" v="1528"/>
          <ac:spMkLst>
            <pc:docMk/>
            <pc:sldMk cId="3793360095" sldId="2147477108"/>
            <ac:spMk id="6" creationId="{1F517FD0-BFA5-1E48-EAED-F2B536016D9C}"/>
          </ac:spMkLst>
        </pc:spChg>
      </pc:sldChg>
      <pc:sldChg chg="modSp add mod">
        <pc:chgData name="Kim, Dong-Kyu (KR/IA)" userId="6e7f3708-565e-40b8-b64f-f7a0cc2b0746" providerId="ADAL" clId="{517D220C-4B45-4025-9516-1F6454511FEF}" dt="2023-12-18T08:43:44.900" v="1563"/>
        <pc:sldMkLst>
          <pc:docMk/>
          <pc:sldMk cId="950230612" sldId="2147477109"/>
        </pc:sldMkLst>
        <pc:spChg chg="mod">
          <ac:chgData name="Kim, Dong-Kyu (KR/IA)" userId="6e7f3708-565e-40b8-b64f-f7a0cc2b0746" providerId="ADAL" clId="{517D220C-4B45-4025-9516-1F6454511FEF}" dt="2023-12-18T08:43:44.900" v="1563"/>
          <ac:spMkLst>
            <pc:docMk/>
            <pc:sldMk cId="950230612" sldId="2147477109"/>
            <ac:spMk id="6" creationId="{1F517FD0-BFA5-1E48-EAED-F2B536016D9C}"/>
          </ac:spMkLst>
        </pc:spChg>
      </pc:sldChg>
      <pc:sldChg chg="modSp add mod">
        <pc:chgData name="Kim, Dong-Kyu (KR/IA)" userId="6e7f3708-565e-40b8-b64f-f7a0cc2b0746" providerId="ADAL" clId="{517D220C-4B45-4025-9516-1F6454511FEF}" dt="2023-12-18T08:43:54.450" v="1588" actId="20577"/>
        <pc:sldMkLst>
          <pc:docMk/>
          <pc:sldMk cId="2468302105" sldId="2147477110"/>
        </pc:sldMkLst>
        <pc:spChg chg="mod">
          <ac:chgData name="Kim, Dong-Kyu (KR/IA)" userId="6e7f3708-565e-40b8-b64f-f7a0cc2b0746" providerId="ADAL" clId="{517D220C-4B45-4025-9516-1F6454511FEF}" dt="2023-12-18T08:43:54.450" v="1588" actId="20577"/>
          <ac:spMkLst>
            <pc:docMk/>
            <pc:sldMk cId="2468302105" sldId="2147477110"/>
            <ac:spMk id="6" creationId="{1F517FD0-BFA5-1E48-EAED-F2B536016D9C}"/>
          </ac:spMkLst>
        </pc:spChg>
      </pc:sldChg>
      <pc:sldChg chg="modSp add mod">
        <pc:chgData name="Kim, Dong-Kyu (KR/IA)" userId="6e7f3708-565e-40b8-b64f-f7a0cc2b0746" providerId="ADAL" clId="{517D220C-4B45-4025-9516-1F6454511FEF}" dt="2023-12-18T08:53:52.883" v="1738"/>
        <pc:sldMkLst>
          <pc:docMk/>
          <pc:sldMk cId="1269841610" sldId="2147477111"/>
        </pc:sldMkLst>
        <pc:spChg chg="mod">
          <ac:chgData name="Kim, Dong-Kyu (KR/IA)" userId="6e7f3708-565e-40b8-b64f-f7a0cc2b0746" providerId="ADAL" clId="{517D220C-4B45-4025-9516-1F6454511FEF}" dt="2023-12-18T08:53:52.883" v="1738"/>
          <ac:spMkLst>
            <pc:docMk/>
            <pc:sldMk cId="1269841610" sldId="2147477111"/>
            <ac:spMk id="10" creationId="{A67F4C72-5A6E-C59A-2F1C-1B3512D93A10}"/>
          </ac:spMkLst>
        </pc:spChg>
      </pc:sldChg>
      <pc:sldChg chg="modSp add mod">
        <pc:chgData name="Kim, Dong-Kyu (KR/IA)" userId="6e7f3708-565e-40b8-b64f-f7a0cc2b0746" providerId="ADAL" clId="{517D220C-4B45-4025-9516-1F6454511FEF}" dt="2023-12-18T08:53:52.883" v="1738"/>
        <pc:sldMkLst>
          <pc:docMk/>
          <pc:sldMk cId="2212866278" sldId="2147477112"/>
        </pc:sldMkLst>
        <pc:spChg chg="mod">
          <ac:chgData name="Kim, Dong-Kyu (KR/IA)" userId="6e7f3708-565e-40b8-b64f-f7a0cc2b0746" providerId="ADAL" clId="{517D220C-4B45-4025-9516-1F6454511FEF}" dt="2023-12-18T08:53:52.883" v="1738"/>
          <ac:spMkLst>
            <pc:docMk/>
            <pc:sldMk cId="2212866278" sldId="2147477112"/>
            <ac:spMk id="10" creationId="{A67F4C72-5A6E-C59A-2F1C-1B3512D93A10}"/>
          </ac:spMkLst>
        </pc:spChg>
      </pc:sldChg>
      <pc:sldChg chg="modSp add del mod">
        <pc:chgData name="Kim, Dong-Kyu (KR/IA)" userId="6e7f3708-565e-40b8-b64f-f7a0cc2b0746" providerId="ADAL" clId="{517D220C-4B45-4025-9516-1F6454511FEF}" dt="2023-12-18T08:46:10.774" v="1609" actId="2696"/>
        <pc:sldMkLst>
          <pc:docMk/>
          <pc:sldMk cId="3295657849" sldId="2147477113"/>
        </pc:sldMkLst>
        <pc:spChg chg="mod">
          <ac:chgData name="Kim, Dong-Kyu (KR/IA)" userId="6e7f3708-565e-40b8-b64f-f7a0cc2b0746" providerId="ADAL" clId="{517D220C-4B45-4025-9516-1F6454511FEF}" dt="2023-12-18T08:46:06.242" v="1608"/>
          <ac:spMkLst>
            <pc:docMk/>
            <pc:sldMk cId="3295657849" sldId="2147477113"/>
            <ac:spMk id="10" creationId="{A67F4C72-5A6E-C59A-2F1C-1B3512D93A10}"/>
          </ac:spMkLst>
        </pc:spChg>
      </pc:sldChg>
      <pc:sldChg chg="modSp add mod">
        <pc:chgData name="Kim, Dong-Kyu (KR/IA)" userId="6e7f3708-565e-40b8-b64f-f7a0cc2b0746" providerId="ADAL" clId="{517D220C-4B45-4025-9516-1F6454511FEF}" dt="2023-12-18T08:53:52.883" v="1738"/>
        <pc:sldMkLst>
          <pc:docMk/>
          <pc:sldMk cId="176541670" sldId="2147477114"/>
        </pc:sldMkLst>
        <pc:spChg chg="mod">
          <ac:chgData name="Kim, Dong-Kyu (KR/IA)" userId="6e7f3708-565e-40b8-b64f-f7a0cc2b0746" providerId="ADAL" clId="{517D220C-4B45-4025-9516-1F6454511FEF}" dt="2023-12-18T08:53:52.883" v="1738"/>
          <ac:spMkLst>
            <pc:docMk/>
            <pc:sldMk cId="176541670" sldId="2147477114"/>
            <ac:spMk id="10" creationId="{A67F4C72-5A6E-C59A-2F1C-1B3512D93A10}"/>
          </ac:spMkLst>
        </pc:spChg>
      </pc:sldChg>
      <pc:sldChg chg="add del">
        <pc:chgData name="Kim, Dong-Kyu (KR/IA)" userId="6e7f3708-565e-40b8-b64f-f7a0cc2b0746" providerId="ADAL" clId="{517D220C-4B45-4025-9516-1F6454511FEF}" dt="2023-12-18T08:46:16.635" v="1611" actId="2696"/>
        <pc:sldMkLst>
          <pc:docMk/>
          <pc:sldMk cId="766338143" sldId="2147477115"/>
        </pc:sldMkLst>
      </pc:sldChg>
      <pc:sldChg chg="modSp add mod">
        <pc:chgData name="Kim, Dong-Kyu (KR/IA)" userId="6e7f3708-565e-40b8-b64f-f7a0cc2b0746" providerId="ADAL" clId="{517D220C-4B45-4025-9516-1F6454511FEF}" dt="2023-12-18T08:53:52.883" v="1738"/>
        <pc:sldMkLst>
          <pc:docMk/>
          <pc:sldMk cId="2964393613" sldId="2147477116"/>
        </pc:sldMkLst>
        <pc:spChg chg="mod">
          <ac:chgData name="Kim, Dong-Kyu (KR/IA)" userId="6e7f3708-565e-40b8-b64f-f7a0cc2b0746" providerId="ADAL" clId="{517D220C-4B45-4025-9516-1F6454511FEF}" dt="2023-12-18T08:53:52.883" v="1738"/>
          <ac:spMkLst>
            <pc:docMk/>
            <pc:sldMk cId="2964393613" sldId="2147477116"/>
            <ac:spMk id="10" creationId="{A67F4C72-5A6E-C59A-2F1C-1B3512D93A10}"/>
          </ac:spMkLst>
        </pc:spChg>
      </pc:sldChg>
      <pc:sldChg chg="add del">
        <pc:chgData name="Kim, Dong-Kyu (KR/IA)" userId="6e7f3708-565e-40b8-b64f-f7a0cc2b0746" providerId="ADAL" clId="{517D220C-4B45-4025-9516-1F6454511FEF}" dt="2023-12-18T08:46:26.892" v="1613" actId="2696"/>
        <pc:sldMkLst>
          <pc:docMk/>
          <pc:sldMk cId="1677344334" sldId="2147477117"/>
        </pc:sldMkLst>
      </pc:sldChg>
      <pc:sldChg chg="add del">
        <pc:chgData name="Kim, Dong-Kyu (KR/IA)" userId="6e7f3708-565e-40b8-b64f-f7a0cc2b0746" providerId="ADAL" clId="{517D220C-4B45-4025-9516-1F6454511FEF}" dt="2023-12-18T08:46:36.132" v="1614" actId="2696"/>
        <pc:sldMkLst>
          <pc:docMk/>
          <pc:sldMk cId="594074167" sldId="2147477118"/>
        </pc:sldMkLst>
      </pc:sldChg>
      <pc:sldChg chg="modSp add mod">
        <pc:chgData name="Kim, Dong-Kyu (KR/IA)" userId="6e7f3708-565e-40b8-b64f-f7a0cc2b0746" providerId="ADAL" clId="{517D220C-4B45-4025-9516-1F6454511FEF}" dt="2023-12-18T08:53:52.883" v="1738"/>
        <pc:sldMkLst>
          <pc:docMk/>
          <pc:sldMk cId="1526120742" sldId="2147477119"/>
        </pc:sldMkLst>
        <pc:spChg chg="mod">
          <ac:chgData name="Kim, Dong-Kyu (KR/IA)" userId="6e7f3708-565e-40b8-b64f-f7a0cc2b0746" providerId="ADAL" clId="{517D220C-4B45-4025-9516-1F6454511FEF}" dt="2023-12-18T08:53:52.883" v="1738"/>
          <ac:spMkLst>
            <pc:docMk/>
            <pc:sldMk cId="1526120742" sldId="2147477119"/>
            <ac:spMk id="10" creationId="{A67F4C72-5A6E-C59A-2F1C-1B3512D93A10}"/>
          </ac:spMkLst>
        </pc:spChg>
      </pc:sldChg>
      <pc:sldChg chg="modSp add mod">
        <pc:chgData name="Kim, Dong-Kyu (KR/IA)" userId="6e7f3708-565e-40b8-b64f-f7a0cc2b0746" providerId="ADAL" clId="{517D220C-4B45-4025-9516-1F6454511FEF}" dt="2023-12-18T08:53:52.883" v="1738"/>
        <pc:sldMkLst>
          <pc:docMk/>
          <pc:sldMk cId="1319799983" sldId="2147477120"/>
        </pc:sldMkLst>
        <pc:spChg chg="mod">
          <ac:chgData name="Kim, Dong-Kyu (KR/IA)" userId="6e7f3708-565e-40b8-b64f-f7a0cc2b0746" providerId="ADAL" clId="{517D220C-4B45-4025-9516-1F6454511FEF}" dt="2023-12-18T08:53:52.883" v="1738"/>
          <ac:spMkLst>
            <pc:docMk/>
            <pc:sldMk cId="1319799983" sldId="2147477120"/>
            <ac:spMk id="10" creationId="{A67F4C72-5A6E-C59A-2F1C-1B3512D93A10}"/>
          </ac:spMkLst>
        </pc:spChg>
      </pc:sldChg>
      <pc:sldChg chg="modSp add del mod">
        <pc:chgData name="Kim, Dong-Kyu (KR/IA)" userId="6e7f3708-565e-40b8-b64f-f7a0cc2b0746" providerId="ADAL" clId="{517D220C-4B45-4025-9516-1F6454511FEF}" dt="2023-12-18T08:47:49.330" v="1659" actId="2696"/>
        <pc:sldMkLst>
          <pc:docMk/>
          <pc:sldMk cId="1353527708" sldId="2147477121"/>
        </pc:sldMkLst>
        <pc:spChg chg="mod">
          <ac:chgData name="Kim, Dong-Kyu (KR/IA)" userId="6e7f3708-565e-40b8-b64f-f7a0cc2b0746" providerId="ADAL" clId="{517D220C-4B45-4025-9516-1F6454511FEF}" dt="2023-12-18T08:47:20.293" v="1658" actId="14100"/>
          <ac:spMkLst>
            <pc:docMk/>
            <pc:sldMk cId="1353527708" sldId="2147477121"/>
            <ac:spMk id="10" creationId="{A67F4C72-5A6E-C59A-2F1C-1B3512D93A10}"/>
          </ac:spMkLst>
        </pc:spChg>
      </pc:sldChg>
      <pc:sldChg chg="add del">
        <pc:chgData name="Kim, Dong-Kyu (KR/IA)" userId="6e7f3708-565e-40b8-b64f-f7a0cc2b0746" providerId="ADAL" clId="{517D220C-4B45-4025-9516-1F6454511FEF}" dt="2023-12-18T08:47:49.330" v="1659" actId="2696"/>
        <pc:sldMkLst>
          <pc:docMk/>
          <pc:sldMk cId="591175720" sldId="2147477122"/>
        </pc:sldMkLst>
      </pc:sldChg>
      <pc:sldChg chg="add del">
        <pc:chgData name="Kim, Dong-Kyu (KR/IA)" userId="6e7f3708-565e-40b8-b64f-f7a0cc2b0746" providerId="ADAL" clId="{517D220C-4B45-4025-9516-1F6454511FEF}" dt="2023-12-18T08:47:49.330" v="1659" actId="2696"/>
        <pc:sldMkLst>
          <pc:docMk/>
          <pc:sldMk cId="1874185210" sldId="2147477123"/>
        </pc:sldMkLst>
      </pc:sldChg>
      <pc:sldChg chg="add del">
        <pc:chgData name="Kim, Dong-Kyu (KR/IA)" userId="6e7f3708-565e-40b8-b64f-f7a0cc2b0746" providerId="ADAL" clId="{517D220C-4B45-4025-9516-1F6454511FEF}" dt="2023-12-18T08:47:49.330" v="1659" actId="2696"/>
        <pc:sldMkLst>
          <pc:docMk/>
          <pc:sldMk cId="3051445811" sldId="2147477124"/>
        </pc:sldMkLst>
      </pc:sldChg>
      <pc:sldChg chg="add del">
        <pc:chgData name="Kim, Dong-Kyu (KR/IA)" userId="6e7f3708-565e-40b8-b64f-f7a0cc2b0746" providerId="ADAL" clId="{517D220C-4B45-4025-9516-1F6454511FEF}" dt="2023-12-18T08:47:49.330" v="1659" actId="2696"/>
        <pc:sldMkLst>
          <pc:docMk/>
          <pc:sldMk cId="2220746805" sldId="2147477125"/>
        </pc:sldMkLst>
      </pc:sldChg>
      <pc:sldChg chg="add del">
        <pc:chgData name="Kim, Dong-Kyu (KR/IA)" userId="6e7f3708-565e-40b8-b64f-f7a0cc2b0746" providerId="ADAL" clId="{517D220C-4B45-4025-9516-1F6454511FEF}" dt="2023-12-18T08:47:49.330" v="1659" actId="2696"/>
        <pc:sldMkLst>
          <pc:docMk/>
          <pc:sldMk cId="4135912598" sldId="2147477126"/>
        </pc:sldMkLst>
      </pc:sldChg>
      <pc:sldChg chg="add del">
        <pc:chgData name="Kim, Dong-Kyu (KR/IA)" userId="6e7f3708-565e-40b8-b64f-f7a0cc2b0746" providerId="ADAL" clId="{517D220C-4B45-4025-9516-1F6454511FEF}" dt="2023-12-18T08:47:49.330" v="1659" actId="2696"/>
        <pc:sldMkLst>
          <pc:docMk/>
          <pc:sldMk cId="848694498" sldId="2147477127"/>
        </pc:sldMkLst>
      </pc:sldChg>
      <pc:sldChg chg="add del">
        <pc:chgData name="Kim, Dong-Kyu (KR/IA)" userId="6e7f3708-565e-40b8-b64f-f7a0cc2b0746" providerId="ADAL" clId="{517D220C-4B45-4025-9516-1F6454511FEF}" dt="2023-12-18T08:47:49.330" v="1659" actId="2696"/>
        <pc:sldMkLst>
          <pc:docMk/>
          <pc:sldMk cId="1442819238" sldId="2147477128"/>
        </pc:sldMkLst>
      </pc:sldChg>
      <pc:sldChg chg="add del">
        <pc:chgData name="Kim, Dong-Kyu (KR/IA)" userId="6e7f3708-565e-40b8-b64f-f7a0cc2b0746" providerId="ADAL" clId="{517D220C-4B45-4025-9516-1F6454511FEF}" dt="2023-12-18T08:47:49.330" v="1659" actId="2696"/>
        <pc:sldMkLst>
          <pc:docMk/>
          <pc:sldMk cId="3207970647" sldId="2147477129"/>
        </pc:sldMkLst>
      </pc:sldChg>
      <pc:sldChg chg="add del">
        <pc:chgData name="Kim, Dong-Kyu (KR/IA)" userId="6e7f3708-565e-40b8-b64f-f7a0cc2b0746" providerId="ADAL" clId="{517D220C-4B45-4025-9516-1F6454511FEF}" dt="2023-12-18T08:47:49.330" v="1659" actId="2696"/>
        <pc:sldMkLst>
          <pc:docMk/>
          <pc:sldMk cId="2012706031" sldId="2147477130"/>
        </pc:sldMkLst>
      </pc:sldChg>
      <pc:sldChg chg="modSp add mod">
        <pc:chgData name="Kim, Dong-Kyu (KR/IA)" userId="6e7f3708-565e-40b8-b64f-f7a0cc2b0746" providerId="ADAL" clId="{517D220C-4B45-4025-9516-1F6454511FEF}" dt="2023-12-18T08:48:56.757" v="1721" actId="20577"/>
        <pc:sldMkLst>
          <pc:docMk/>
          <pc:sldMk cId="54830371" sldId="2147477131"/>
        </pc:sldMkLst>
        <pc:spChg chg="mod">
          <ac:chgData name="Kim, Dong-Kyu (KR/IA)" userId="6e7f3708-565e-40b8-b64f-f7a0cc2b0746" providerId="ADAL" clId="{517D220C-4B45-4025-9516-1F6454511FEF}" dt="2023-12-18T08:48:56.757" v="1721" actId="20577"/>
          <ac:spMkLst>
            <pc:docMk/>
            <pc:sldMk cId="54830371" sldId="2147477131"/>
            <ac:spMk id="10" creationId="{A67F4C72-5A6E-C59A-2F1C-1B3512D93A10}"/>
          </ac:spMkLst>
        </pc:spChg>
      </pc:sldChg>
      <pc:sldChg chg="modSp add mod">
        <pc:chgData name="Kim, Dong-Kyu (KR/IA)" userId="6e7f3708-565e-40b8-b64f-f7a0cc2b0746" providerId="ADAL" clId="{517D220C-4B45-4025-9516-1F6454511FEF}" dt="2023-12-18T08:49:09.399" v="1722"/>
        <pc:sldMkLst>
          <pc:docMk/>
          <pc:sldMk cId="1797379356" sldId="2147477132"/>
        </pc:sldMkLst>
        <pc:spChg chg="mod">
          <ac:chgData name="Kim, Dong-Kyu (KR/IA)" userId="6e7f3708-565e-40b8-b64f-f7a0cc2b0746" providerId="ADAL" clId="{517D220C-4B45-4025-9516-1F6454511FEF}" dt="2023-12-18T08:49:09.399" v="1722"/>
          <ac:spMkLst>
            <pc:docMk/>
            <pc:sldMk cId="1797379356" sldId="2147477132"/>
            <ac:spMk id="10" creationId="{A67F4C72-5A6E-C59A-2F1C-1B3512D93A10}"/>
          </ac:spMkLst>
        </pc:spChg>
      </pc:sldChg>
      <pc:sldChg chg="modSp add mod">
        <pc:chgData name="Kim, Dong-Kyu (KR/IA)" userId="6e7f3708-565e-40b8-b64f-f7a0cc2b0746" providerId="ADAL" clId="{517D220C-4B45-4025-9516-1F6454511FEF}" dt="2023-12-18T08:49:13.716" v="1723"/>
        <pc:sldMkLst>
          <pc:docMk/>
          <pc:sldMk cId="19048034" sldId="2147477133"/>
        </pc:sldMkLst>
        <pc:spChg chg="mod">
          <ac:chgData name="Kim, Dong-Kyu (KR/IA)" userId="6e7f3708-565e-40b8-b64f-f7a0cc2b0746" providerId="ADAL" clId="{517D220C-4B45-4025-9516-1F6454511FEF}" dt="2023-12-18T08:49:13.716" v="1723"/>
          <ac:spMkLst>
            <pc:docMk/>
            <pc:sldMk cId="19048034" sldId="2147477133"/>
            <ac:spMk id="10" creationId="{A67F4C72-5A6E-C59A-2F1C-1B3512D93A10}"/>
          </ac:spMkLst>
        </pc:spChg>
      </pc:sldChg>
      <pc:sldChg chg="modSp add mod">
        <pc:chgData name="Kim, Dong-Kyu (KR/IA)" userId="6e7f3708-565e-40b8-b64f-f7a0cc2b0746" providerId="ADAL" clId="{517D220C-4B45-4025-9516-1F6454511FEF}" dt="2023-12-18T08:49:20.686" v="1724"/>
        <pc:sldMkLst>
          <pc:docMk/>
          <pc:sldMk cId="2904855883" sldId="2147477134"/>
        </pc:sldMkLst>
        <pc:spChg chg="mod">
          <ac:chgData name="Kim, Dong-Kyu (KR/IA)" userId="6e7f3708-565e-40b8-b64f-f7a0cc2b0746" providerId="ADAL" clId="{517D220C-4B45-4025-9516-1F6454511FEF}" dt="2023-12-18T08:49:20.686" v="1724"/>
          <ac:spMkLst>
            <pc:docMk/>
            <pc:sldMk cId="2904855883" sldId="2147477134"/>
            <ac:spMk id="10" creationId="{A67F4C72-5A6E-C59A-2F1C-1B3512D93A10}"/>
          </ac:spMkLst>
        </pc:spChg>
      </pc:sldChg>
      <pc:sldChg chg="modSp add mod">
        <pc:chgData name="Kim, Dong-Kyu (KR/IA)" userId="6e7f3708-565e-40b8-b64f-f7a0cc2b0746" providerId="ADAL" clId="{517D220C-4B45-4025-9516-1F6454511FEF}" dt="2023-12-18T08:49:24.598" v="1725"/>
        <pc:sldMkLst>
          <pc:docMk/>
          <pc:sldMk cId="1737804072" sldId="2147477135"/>
        </pc:sldMkLst>
        <pc:spChg chg="mod">
          <ac:chgData name="Kim, Dong-Kyu (KR/IA)" userId="6e7f3708-565e-40b8-b64f-f7a0cc2b0746" providerId="ADAL" clId="{517D220C-4B45-4025-9516-1F6454511FEF}" dt="2023-12-18T08:49:24.598" v="1725"/>
          <ac:spMkLst>
            <pc:docMk/>
            <pc:sldMk cId="1737804072" sldId="2147477135"/>
            <ac:spMk id="10" creationId="{A67F4C72-5A6E-C59A-2F1C-1B3512D93A10}"/>
          </ac:spMkLst>
        </pc:spChg>
      </pc:sldChg>
      <pc:sldChg chg="modSp add mod">
        <pc:chgData name="Kim, Dong-Kyu (KR/IA)" userId="6e7f3708-565e-40b8-b64f-f7a0cc2b0746" providerId="ADAL" clId="{517D220C-4B45-4025-9516-1F6454511FEF}" dt="2023-12-18T08:49:28.284" v="1726"/>
        <pc:sldMkLst>
          <pc:docMk/>
          <pc:sldMk cId="3656018915" sldId="2147477136"/>
        </pc:sldMkLst>
        <pc:spChg chg="mod">
          <ac:chgData name="Kim, Dong-Kyu (KR/IA)" userId="6e7f3708-565e-40b8-b64f-f7a0cc2b0746" providerId="ADAL" clId="{517D220C-4B45-4025-9516-1F6454511FEF}" dt="2023-12-18T08:49:28.284" v="1726"/>
          <ac:spMkLst>
            <pc:docMk/>
            <pc:sldMk cId="3656018915" sldId="2147477136"/>
            <ac:spMk id="10" creationId="{A67F4C72-5A6E-C59A-2F1C-1B3512D93A10}"/>
          </ac:spMkLst>
        </pc:spChg>
      </pc:sldChg>
      <pc:sldChg chg="modSp add mod">
        <pc:chgData name="Kim, Dong-Kyu (KR/IA)" userId="6e7f3708-565e-40b8-b64f-f7a0cc2b0746" providerId="ADAL" clId="{517D220C-4B45-4025-9516-1F6454511FEF}" dt="2023-12-18T08:49:32.680" v="1727"/>
        <pc:sldMkLst>
          <pc:docMk/>
          <pc:sldMk cId="1585908058" sldId="2147477137"/>
        </pc:sldMkLst>
        <pc:spChg chg="mod">
          <ac:chgData name="Kim, Dong-Kyu (KR/IA)" userId="6e7f3708-565e-40b8-b64f-f7a0cc2b0746" providerId="ADAL" clId="{517D220C-4B45-4025-9516-1F6454511FEF}" dt="2023-12-18T08:49:32.680" v="1727"/>
          <ac:spMkLst>
            <pc:docMk/>
            <pc:sldMk cId="1585908058" sldId="2147477137"/>
            <ac:spMk id="10" creationId="{A67F4C72-5A6E-C59A-2F1C-1B3512D93A10}"/>
          </ac:spMkLst>
        </pc:spChg>
      </pc:sldChg>
      <pc:sldChg chg="modSp add mod">
        <pc:chgData name="Kim, Dong-Kyu (KR/IA)" userId="6e7f3708-565e-40b8-b64f-f7a0cc2b0746" providerId="ADAL" clId="{517D220C-4B45-4025-9516-1F6454511FEF}" dt="2023-12-18T08:49:39.018" v="1728"/>
        <pc:sldMkLst>
          <pc:docMk/>
          <pc:sldMk cId="2438146340" sldId="2147477138"/>
        </pc:sldMkLst>
        <pc:spChg chg="mod">
          <ac:chgData name="Kim, Dong-Kyu (KR/IA)" userId="6e7f3708-565e-40b8-b64f-f7a0cc2b0746" providerId="ADAL" clId="{517D220C-4B45-4025-9516-1F6454511FEF}" dt="2023-12-18T08:49:39.018" v="1728"/>
          <ac:spMkLst>
            <pc:docMk/>
            <pc:sldMk cId="2438146340" sldId="2147477138"/>
            <ac:spMk id="10" creationId="{A67F4C72-5A6E-C59A-2F1C-1B3512D93A10}"/>
          </ac:spMkLst>
        </pc:spChg>
      </pc:sldChg>
      <pc:sldChg chg="modSp add mod">
        <pc:chgData name="Kim, Dong-Kyu (KR/IA)" userId="6e7f3708-565e-40b8-b64f-f7a0cc2b0746" providerId="ADAL" clId="{517D220C-4B45-4025-9516-1F6454511FEF}" dt="2023-12-18T08:49:44.163" v="1729"/>
        <pc:sldMkLst>
          <pc:docMk/>
          <pc:sldMk cId="3375771579" sldId="2147477139"/>
        </pc:sldMkLst>
        <pc:spChg chg="mod">
          <ac:chgData name="Kim, Dong-Kyu (KR/IA)" userId="6e7f3708-565e-40b8-b64f-f7a0cc2b0746" providerId="ADAL" clId="{517D220C-4B45-4025-9516-1F6454511FEF}" dt="2023-12-18T08:49:44.163" v="1729"/>
          <ac:spMkLst>
            <pc:docMk/>
            <pc:sldMk cId="3375771579" sldId="2147477139"/>
            <ac:spMk id="10" creationId="{A67F4C72-5A6E-C59A-2F1C-1B3512D93A10}"/>
          </ac:spMkLst>
        </pc:spChg>
      </pc:sldChg>
      <pc:sldChg chg="modSp add mod">
        <pc:chgData name="Kim, Dong-Kyu (KR/IA)" userId="6e7f3708-565e-40b8-b64f-f7a0cc2b0746" providerId="ADAL" clId="{517D220C-4B45-4025-9516-1F6454511FEF}" dt="2023-12-18T08:49:48.387" v="1730"/>
        <pc:sldMkLst>
          <pc:docMk/>
          <pc:sldMk cId="2635596253" sldId="2147477140"/>
        </pc:sldMkLst>
        <pc:spChg chg="mod">
          <ac:chgData name="Kim, Dong-Kyu (KR/IA)" userId="6e7f3708-565e-40b8-b64f-f7a0cc2b0746" providerId="ADAL" clId="{517D220C-4B45-4025-9516-1F6454511FEF}" dt="2023-12-18T08:49:48.387" v="1730"/>
          <ac:spMkLst>
            <pc:docMk/>
            <pc:sldMk cId="2635596253" sldId="2147477140"/>
            <ac:spMk id="10" creationId="{A67F4C72-5A6E-C59A-2F1C-1B3512D93A10}"/>
          </ac:spMkLst>
        </pc:spChg>
      </pc:sldChg>
      <pc:sldChg chg="modSp add mod">
        <pc:chgData name="Kim, Dong-Kyu (KR/IA)" userId="6e7f3708-565e-40b8-b64f-f7a0cc2b0746" providerId="ADAL" clId="{517D220C-4B45-4025-9516-1F6454511FEF}" dt="2023-12-18T08:48:06.506" v="1690" actId="14100"/>
        <pc:sldMkLst>
          <pc:docMk/>
          <pc:sldMk cId="3948118400" sldId="2147477141"/>
        </pc:sldMkLst>
        <pc:spChg chg="mod">
          <ac:chgData name="Kim, Dong-Kyu (KR/IA)" userId="6e7f3708-565e-40b8-b64f-f7a0cc2b0746" providerId="ADAL" clId="{517D220C-4B45-4025-9516-1F6454511FEF}" dt="2023-12-18T08:48:06.506" v="1690" actId="14100"/>
          <ac:spMkLst>
            <pc:docMk/>
            <pc:sldMk cId="3948118400" sldId="2147477141"/>
            <ac:spMk id="10" creationId="{A67F4C72-5A6E-C59A-2F1C-1B3512D93A10}"/>
          </ac:spMkLst>
        </pc:spChg>
      </pc:sldChg>
      <pc:sldChg chg="modSp add mod">
        <pc:chgData name="Kim, Dong-Kyu (KR/IA)" userId="6e7f3708-565e-40b8-b64f-f7a0cc2b0746" providerId="ADAL" clId="{517D220C-4B45-4025-9516-1F6454511FEF}" dt="2023-12-18T08:48:15.945" v="1692" actId="14100"/>
        <pc:sldMkLst>
          <pc:docMk/>
          <pc:sldMk cId="3403206639" sldId="2147477142"/>
        </pc:sldMkLst>
        <pc:spChg chg="mod">
          <ac:chgData name="Kim, Dong-Kyu (KR/IA)" userId="6e7f3708-565e-40b8-b64f-f7a0cc2b0746" providerId="ADAL" clId="{517D220C-4B45-4025-9516-1F6454511FEF}" dt="2023-12-18T08:48:15.945" v="1692" actId="14100"/>
          <ac:spMkLst>
            <pc:docMk/>
            <pc:sldMk cId="3403206639" sldId="2147477142"/>
            <ac:spMk id="10" creationId="{A67F4C72-5A6E-C59A-2F1C-1B3512D93A10}"/>
          </ac:spMkLst>
        </pc:spChg>
      </pc:sldChg>
      <pc:sldChg chg="modSp add mod">
        <pc:chgData name="Kim, Dong-Kyu (KR/IA)" userId="6e7f3708-565e-40b8-b64f-f7a0cc2b0746" providerId="ADAL" clId="{517D220C-4B45-4025-9516-1F6454511FEF}" dt="2023-12-18T08:48:20.259" v="1694" actId="14100"/>
        <pc:sldMkLst>
          <pc:docMk/>
          <pc:sldMk cId="3513720434" sldId="2147477143"/>
        </pc:sldMkLst>
        <pc:spChg chg="mod">
          <ac:chgData name="Kim, Dong-Kyu (KR/IA)" userId="6e7f3708-565e-40b8-b64f-f7a0cc2b0746" providerId="ADAL" clId="{517D220C-4B45-4025-9516-1F6454511FEF}" dt="2023-12-18T08:48:20.259" v="1694" actId="14100"/>
          <ac:spMkLst>
            <pc:docMk/>
            <pc:sldMk cId="3513720434" sldId="2147477143"/>
            <ac:spMk id="10" creationId="{A67F4C72-5A6E-C59A-2F1C-1B3512D93A10}"/>
          </ac:spMkLst>
        </pc:spChg>
      </pc:sldChg>
      <pc:sldChg chg="modSp add mod">
        <pc:chgData name="Kim, Dong-Kyu (KR/IA)" userId="6e7f3708-565e-40b8-b64f-f7a0cc2b0746" providerId="ADAL" clId="{517D220C-4B45-4025-9516-1F6454511FEF}" dt="2023-12-18T08:48:24.226" v="1696" actId="14100"/>
        <pc:sldMkLst>
          <pc:docMk/>
          <pc:sldMk cId="4210378015" sldId="2147477144"/>
        </pc:sldMkLst>
        <pc:spChg chg="mod">
          <ac:chgData name="Kim, Dong-Kyu (KR/IA)" userId="6e7f3708-565e-40b8-b64f-f7a0cc2b0746" providerId="ADAL" clId="{517D220C-4B45-4025-9516-1F6454511FEF}" dt="2023-12-18T08:48:24.226" v="1696" actId="14100"/>
          <ac:spMkLst>
            <pc:docMk/>
            <pc:sldMk cId="4210378015" sldId="2147477144"/>
            <ac:spMk id="10" creationId="{A67F4C72-5A6E-C59A-2F1C-1B3512D93A10}"/>
          </ac:spMkLst>
        </pc:spChg>
      </pc:sldChg>
      <pc:sldChg chg="modSp add mod">
        <pc:chgData name="Kim, Dong-Kyu (KR/IA)" userId="6e7f3708-565e-40b8-b64f-f7a0cc2b0746" providerId="ADAL" clId="{517D220C-4B45-4025-9516-1F6454511FEF}" dt="2023-12-18T08:48:28.013" v="1698" actId="14100"/>
        <pc:sldMkLst>
          <pc:docMk/>
          <pc:sldMk cId="3618925808" sldId="2147477145"/>
        </pc:sldMkLst>
        <pc:spChg chg="mod">
          <ac:chgData name="Kim, Dong-Kyu (KR/IA)" userId="6e7f3708-565e-40b8-b64f-f7a0cc2b0746" providerId="ADAL" clId="{517D220C-4B45-4025-9516-1F6454511FEF}" dt="2023-12-18T08:48:28.013" v="1698" actId="14100"/>
          <ac:spMkLst>
            <pc:docMk/>
            <pc:sldMk cId="3618925808" sldId="2147477145"/>
            <ac:spMk id="10" creationId="{A67F4C72-5A6E-C59A-2F1C-1B3512D93A10}"/>
          </ac:spMkLst>
        </pc:spChg>
      </pc:sldChg>
      <pc:sldChg chg="modSp add mod">
        <pc:chgData name="Kim, Dong-Kyu (KR/IA)" userId="6e7f3708-565e-40b8-b64f-f7a0cc2b0746" providerId="ADAL" clId="{517D220C-4B45-4025-9516-1F6454511FEF}" dt="2023-12-18T08:48:31.671" v="1700" actId="14100"/>
        <pc:sldMkLst>
          <pc:docMk/>
          <pc:sldMk cId="4045123550" sldId="2147477146"/>
        </pc:sldMkLst>
        <pc:spChg chg="mod">
          <ac:chgData name="Kim, Dong-Kyu (KR/IA)" userId="6e7f3708-565e-40b8-b64f-f7a0cc2b0746" providerId="ADAL" clId="{517D220C-4B45-4025-9516-1F6454511FEF}" dt="2023-12-18T08:48:31.671" v="1700" actId="14100"/>
          <ac:spMkLst>
            <pc:docMk/>
            <pc:sldMk cId="4045123550" sldId="2147477146"/>
            <ac:spMk id="10" creationId="{A67F4C72-5A6E-C59A-2F1C-1B3512D93A10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6" y="1"/>
            <a:ext cx="2950262" cy="496968"/>
          </a:xfrm>
          <a:prstGeom prst="rect">
            <a:avLst/>
          </a:prstGeom>
        </p:spPr>
        <p:txBody>
          <a:bodyPr vert="horz" lIns="91436" tIns="45717" rIns="91436" bIns="45717" rtlCol="0"/>
          <a:lstStyle>
            <a:lvl1pPr algn="l">
              <a:defRPr sz="1200"/>
            </a:lvl1pPr>
          </a:lstStyle>
          <a:p>
            <a:endParaRPr lang="ko-KR" altLang="en-US">
              <a:ea typeface="KoPub돋움체 Medium" panose="00000600000000000000" pitchFamily="2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56943" y="1"/>
            <a:ext cx="2950262" cy="496968"/>
          </a:xfrm>
          <a:prstGeom prst="rect">
            <a:avLst/>
          </a:prstGeom>
        </p:spPr>
        <p:txBody>
          <a:bodyPr vert="horz" lIns="91436" tIns="45717" rIns="91436" bIns="45717" rtlCol="0"/>
          <a:lstStyle>
            <a:lvl1pPr algn="r">
              <a:defRPr sz="1200"/>
            </a:lvl1pPr>
          </a:lstStyle>
          <a:p>
            <a:fld id="{B847FDA9-9F7C-413D-B610-D6F83F462202}" type="datetimeFigureOut">
              <a:rPr lang="ko-KR" altLang="en-US" smtClean="0">
                <a:ea typeface="KoPub돋움체 Medium" panose="00000600000000000000" pitchFamily="2" charset="-127"/>
              </a:rPr>
              <a:pPr/>
              <a:t>2026. 5. 31.</a:t>
            </a:fld>
            <a:endParaRPr lang="ko-KR" altLang="en-US">
              <a:ea typeface="KoPub돋움체 Medium" panose="00000600000000000000" pitchFamily="2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6" y="9442373"/>
            <a:ext cx="2950262" cy="496967"/>
          </a:xfrm>
          <a:prstGeom prst="rect">
            <a:avLst/>
          </a:prstGeom>
        </p:spPr>
        <p:txBody>
          <a:bodyPr vert="horz" lIns="91436" tIns="45717" rIns="91436" bIns="45717" rtlCol="0" anchor="b"/>
          <a:lstStyle>
            <a:lvl1pPr algn="l">
              <a:defRPr sz="1200"/>
            </a:lvl1pPr>
          </a:lstStyle>
          <a:p>
            <a:endParaRPr lang="ko-KR" altLang="en-US">
              <a:ea typeface="KoPub돋움체 Medium" panose="00000600000000000000" pitchFamily="2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56943" y="9442373"/>
            <a:ext cx="2950262" cy="496967"/>
          </a:xfrm>
          <a:prstGeom prst="rect">
            <a:avLst/>
          </a:prstGeom>
        </p:spPr>
        <p:txBody>
          <a:bodyPr vert="horz" lIns="91436" tIns="45717" rIns="91436" bIns="45717" rtlCol="0" anchor="b"/>
          <a:lstStyle>
            <a:lvl1pPr algn="r">
              <a:defRPr sz="1200"/>
            </a:lvl1pPr>
          </a:lstStyle>
          <a:p>
            <a:fld id="{8E2347C6-8D75-43E2-83AB-4DA33C3F36A1}" type="slidenum">
              <a:rPr lang="ko-KR" altLang="en-US" smtClean="0">
                <a:ea typeface="KoPub돋움체 Medium" panose="00000600000000000000" pitchFamily="2" charset="-127"/>
              </a:rPr>
              <a:pPr/>
              <a:t>‹#›</a:t>
            </a:fld>
            <a:endParaRPr lang="ko-KR" altLang="en-US">
              <a:ea typeface="KoPub돋움체 Medium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59726996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3" y="3"/>
            <a:ext cx="2951217" cy="49760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414" tIns="46206" rIns="92414" bIns="46206" numCol="1" anchor="t" anchorCtr="0" compatLnSpc="1">
            <a:prstTxWarp prst="textNoShape">
              <a:avLst/>
            </a:prstTxWarp>
          </a:bodyPr>
          <a:lstStyle>
            <a:lvl1pPr defTabSz="924851" latinLnBrk="1">
              <a:spcBef>
                <a:spcPct val="0"/>
              </a:spcBef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55983" y="3"/>
            <a:ext cx="2951217" cy="49760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414" tIns="46206" rIns="92414" bIns="46206" numCol="1" anchor="t" anchorCtr="0" compatLnSpc="1">
            <a:prstTxWarp prst="textNoShape">
              <a:avLst/>
            </a:prstTxWarp>
          </a:bodyPr>
          <a:lstStyle>
            <a:lvl1pPr algn="r" defTabSz="924851" latinLnBrk="1">
              <a:spcBef>
                <a:spcPct val="0"/>
              </a:spcBef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1434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714375" y="744538"/>
            <a:ext cx="5384800" cy="3729037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614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0563" y="4721663"/>
            <a:ext cx="5447666" cy="44752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414" tIns="46206" rIns="92414" bIns="46206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noProof="0"/>
              <a:t>마스터 텍스트 스타일을 편집합니다</a:t>
            </a:r>
          </a:p>
          <a:p>
            <a:pPr lvl="1"/>
            <a:r>
              <a:rPr lang="ko-KR" altLang="en-US" noProof="0"/>
              <a:t>둘째 수준</a:t>
            </a:r>
          </a:p>
          <a:p>
            <a:pPr lvl="2"/>
            <a:r>
              <a:rPr lang="ko-KR" altLang="en-US" noProof="0"/>
              <a:t>셋째 수준</a:t>
            </a:r>
          </a:p>
          <a:p>
            <a:pPr lvl="3"/>
            <a:r>
              <a:rPr lang="ko-KR" altLang="en-US" noProof="0"/>
              <a:t>넷째 수준</a:t>
            </a:r>
          </a:p>
          <a:p>
            <a:pPr lvl="4"/>
            <a:r>
              <a:rPr lang="ko-KR" altLang="en-US" noProof="0"/>
              <a:t>다섯째 수준</a:t>
            </a:r>
          </a:p>
        </p:txBody>
      </p:sp>
      <p:sp>
        <p:nvSpPr>
          <p:cNvPr id="615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3" y="9441736"/>
            <a:ext cx="2951217" cy="49760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414" tIns="46206" rIns="92414" bIns="46206" numCol="1" anchor="b" anchorCtr="0" compatLnSpc="1">
            <a:prstTxWarp prst="textNoShape">
              <a:avLst/>
            </a:prstTxWarp>
          </a:bodyPr>
          <a:lstStyle>
            <a:lvl1pPr defTabSz="924851" latinLnBrk="1">
              <a:spcBef>
                <a:spcPct val="0"/>
              </a:spcBef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615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55983" y="9441736"/>
            <a:ext cx="2951217" cy="49760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414" tIns="46206" rIns="92414" bIns="46206" numCol="1" anchor="b" anchorCtr="0" compatLnSpc="1">
            <a:prstTxWarp prst="textNoShape">
              <a:avLst/>
            </a:prstTxWarp>
          </a:bodyPr>
          <a:lstStyle>
            <a:lvl1pPr algn="r" defTabSz="924851" latinLnBrk="1">
              <a:spcBef>
                <a:spcPct val="0"/>
              </a:spcBef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pPr>
              <a:defRPr/>
            </a:pPr>
            <a:fld id="{9EB6472E-2A23-43FE-BF71-7E23ED9A9D6F}" type="slidenum">
              <a:rPr lang="en-US" altLang="ko-KR" smtClean="0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552805858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KoPub돋움체 Medium" panose="00000600000000000000" pitchFamily="2" charset="-127"/>
        <a:ea typeface="KoPub돋움체 Medium" panose="00000600000000000000" pitchFamily="2" charset="-127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KoPub돋움체 Medium" panose="00000600000000000000" pitchFamily="2" charset="-127"/>
        <a:ea typeface="KoPub돋움체 Medium" panose="00000600000000000000" pitchFamily="2" charset="-127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KoPub돋움체 Medium" panose="00000600000000000000" pitchFamily="2" charset="-127"/>
        <a:ea typeface="KoPub돋움체 Medium" panose="00000600000000000000" pitchFamily="2" charset="-127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KoPub돋움체 Medium" panose="00000600000000000000" pitchFamily="2" charset="-127"/>
        <a:ea typeface="KoPub돋움체 Medium" panose="00000600000000000000" pitchFamily="2" charset="-127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KoPub돋움체 Medium" panose="00000600000000000000" pitchFamily="2" charset="-127"/>
        <a:ea typeface="KoPub돋움체 Medium" panose="00000600000000000000" pitchFamily="2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95CE376-780B-A676-4C04-2399FA35D41F}" type="slidenum">
              <a:rPr kumimoji="0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KoPub돋움체 Medium" panose="00000600000000000000" pitchFamily="2" charset="-127"/>
                <a:cs typeface="Arial"/>
                <a:sym typeface="+mn-lt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0</a:t>
            </a:fld>
            <a:endParaRPr kumimoji="0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KoPub돋움체 Medium" panose="00000600000000000000" pitchFamily="2" charset="-127"/>
              <a:cs typeface="Arial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2482654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Only" preserve="1" userDrawn="1">
  <p:cSld name="내용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/>
          </p:nvPr>
        </p:nvSpPr>
        <p:spPr bwMode="auto">
          <a:xfrm>
            <a:off x="495301" y="274640"/>
            <a:ext cx="8915400" cy="5851525"/>
          </a:xfrm>
          <a:prstGeom prst="rect">
            <a:avLst/>
          </a:prstGeom>
        </p:spPr>
        <p:txBody>
          <a:bodyPr/>
          <a:lstStyle/>
          <a:p>
            <a:pPr lvl="0">
              <a:defRPr/>
            </a:pPr>
            <a:r>
              <a:rPr lang="ko-KR"/>
              <a:t>마스터 텍스트 스타일을 편집합니다</a:t>
            </a:r>
            <a:endParaRPr/>
          </a:p>
          <a:p>
            <a:pPr lvl="1">
              <a:defRPr/>
            </a:pPr>
            <a:r>
              <a:rPr lang="ko-KR"/>
              <a:t>둘째 수준</a:t>
            </a:r>
            <a:endParaRPr/>
          </a:p>
          <a:p>
            <a:pPr lvl="2">
              <a:defRPr/>
            </a:pPr>
            <a:r>
              <a:rPr lang="ko-KR"/>
              <a:t>셋째 수준</a:t>
            </a:r>
            <a:endParaRPr/>
          </a:p>
          <a:p>
            <a:pPr lvl="3">
              <a:defRPr/>
            </a:pPr>
            <a:r>
              <a:rPr lang="ko-KR"/>
              <a:t>넷째 수준</a:t>
            </a:r>
            <a:endParaRPr/>
          </a:p>
          <a:p>
            <a:pPr lvl="4">
              <a:defRPr/>
            </a:pPr>
            <a:r>
              <a:rPr lang="ko-KR"/>
              <a:t>다섯째 수준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 bwMode="auto">
          <a:xfrm>
            <a:off x="495380" y="6245225"/>
            <a:ext cx="2311770" cy="476250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en-US" sz="1100" b="1">
              <a:solidFill>
                <a:srgbClr val="000000"/>
              </a:solidFill>
              <a:latin typeface="Arial"/>
              <a:ea typeface="가는각진제목체"/>
            </a:endParaRPr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 bwMode="auto">
          <a:xfrm>
            <a:off x="3385093" y="6245225"/>
            <a:ext cx="3135815" cy="476250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en-US" sz="1100" b="1">
              <a:solidFill>
                <a:srgbClr val="000000"/>
              </a:solidFill>
              <a:latin typeface="Arial"/>
              <a:ea typeface="가는각진제목체"/>
            </a:endParaRPr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7098850" y="6245225"/>
            <a:ext cx="2311770" cy="476250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defRPr/>
            </a:pPr>
            <a:fld id="{D724FCBA-60F2-4979-BDC8-4B2A6D7825A4}" type="slidenum">
              <a:rPr lang="en-US" sz="1100" b="1">
                <a:solidFill>
                  <a:srgbClr val="000000"/>
                </a:solidFill>
                <a:latin typeface="Arial"/>
                <a:ea typeface="가는각진제목체"/>
              </a:rPr>
              <a:t>‹#›</a:t>
            </a:fld>
            <a:endParaRPr lang="en-US" sz="1100" b="1">
              <a:solidFill>
                <a:srgbClr val="000000"/>
              </a:solidFill>
              <a:latin typeface="Arial"/>
              <a:ea typeface="가는각진제목체"/>
            </a:endParaRPr>
          </a:p>
        </p:txBody>
      </p:sp>
    </p:spTree>
    <p:extLst>
      <p:ext uri="{BB962C8B-B14F-4D97-AF65-F5344CB8AC3E}">
        <p14:creationId xmlns:p14="http://schemas.microsoft.com/office/powerpoint/2010/main" val="2369572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별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표 4"/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18544484"/>
              </p:ext>
            </p:extLst>
          </p:nvPr>
        </p:nvGraphicFramePr>
        <p:xfrm>
          <a:off x="92075" y="663233"/>
          <a:ext cx="7042150" cy="57885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042150">
                  <a:extLst>
                    <a:ext uri="{9D8B030D-6E8A-4147-A177-3AD203B41FA5}">
                      <a16:colId xmlns:a16="http://schemas.microsoft.com/office/drawing/2014/main" val="2930748829"/>
                    </a:ext>
                  </a:extLst>
                </a:gridCol>
              </a:tblGrid>
              <a:tr h="28050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dirty="0">
                          <a:latin typeface="KB금융 제목체 Bold" panose="020B0803000000000000" pitchFamily="50" charset="-127"/>
                          <a:ea typeface="KB금융 제목체 Bold" panose="020B0803000000000000" pitchFamily="50" charset="-127"/>
                        </a:rPr>
                        <a:t>화면 레이아웃</a:t>
                      </a:r>
                      <a:endParaRPr lang="ko-KR" altLang="en-US" sz="1200" dirty="0">
                        <a:latin typeface="KB금융 제목체 Bold" panose="020B0803000000000000" pitchFamily="50" charset="-127"/>
                        <a:ea typeface="KB금융 제목체 Bold" panose="020B0803000000000000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71368192"/>
                  </a:ext>
                </a:extLst>
              </a:tr>
              <a:tr h="5508000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741875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645824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95" userDrawn="1">
          <p15:clr>
            <a:srgbClr val="FBAE40"/>
          </p15:clr>
        </p15:guide>
        <p15:guide id="6" orient="horz" pos="4065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ack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2C8C2C22-DE1E-4669-88C0-0D3114E7AB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6701" y="100295"/>
            <a:ext cx="8829674" cy="528637"/>
          </a:xfrm>
          <a:prstGeom prst="rect">
            <a:avLst/>
          </a:prstGeom>
        </p:spPr>
        <p:txBody>
          <a:bodyPr/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0" y="651625"/>
            <a:ext cx="9905999" cy="708047"/>
          </a:xfrm>
          <a:prstGeom prst="rect">
            <a:avLst/>
          </a:prstGeom>
          <a:solidFill>
            <a:schemeClr val="bg2"/>
          </a:solidFill>
        </p:spPr>
        <p:txBody>
          <a:bodyPr lIns="288000" tIns="72000" rIns="144000"/>
          <a:lstStyle>
            <a:lvl1pPr>
              <a:defRPr sz="1800" spc="0">
                <a:solidFill>
                  <a:schemeClr val="tx1">
                    <a:lumMod val="75000"/>
                    <a:lumOff val="25000"/>
                  </a:schemeClr>
                </a:solidFill>
                <a:latin typeface="KB금융 제목체 Bold" panose="020B0803000000000000" pitchFamily="50" charset="-127"/>
                <a:ea typeface="KB금융 제목체 Bold" panose="020B0803000000000000" pitchFamily="50" charset="-127"/>
              </a:defRPr>
            </a:lvl1pPr>
            <a:lvl2pPr>
              <a:defRPr sz="1600" spc="0">
                <a:solidFill>
                  <a:schemeClr val="tx1">
                    <a:lumMod val="75000"/>
                    <a:lumOff val="25000"/>
                  </a:schemeClr>
                </a:solidFill>
                <a:latin typeface="KB금융 제목체 Bold" panose="020B0803000000000000" pitchFamily="50" charset="-127"/>
                <a:ea typeface="KB금융 제목체 Bold" panose="020B0803000000000000" pitchFamily="50" charset="-127"/>
              </a:defRPr>
            </a:lvl2pPr>
            <a:lvl3pPr>
              <a:defRPr sz="1600" spc="0">
                <a:solidFill>
                  <a:schemeClr val="tx1">
                    <a:lumMod val="75000"/>
                    <a:lumOff val="25000"/>
                  </a:schemeClr>
                </a:solidFill>
                <a:latin typeface="KB금융 제목체 Bold" panose="020B0803000000000000" pitchFamily="50" charset="-127"/>
                <a:ea typeface="KB금융 제목체 Bold" panose="020B0803000000000000" pitchFamily="50" charset="-127"/>
              </a:defRPr>
            </a:lvl3pPr>
            <a:lvl4pPr>
              <a:defRPr sz="1400" spc="0">
                <a:solidFill>
                  <a:schemeClr val="tx1">
                    <a:lumMod val="75000"/>
                    <a:lumOff val="25000"/>
                  </a:schemeClr>
                </a:solidFill>
                <a:latin typeface="KB금융 제목체 Bold" panose="020B0803000000000000" pitchFamily="50" charset="-127"/>
                <a:ea typeface="KB금융 제목체 Bold" panose="020B0803000000000000" pitchFamily="50" charset="-127"/>
              </a:defRPr>
            </a:lvl4pPr>
            <a:lvl5pPr>
              <a:defRPr sz="1050" spc="0">
                <a:solidFill>
                  <a:schemeClr val="tx1">
                    <a:lumMod val="75000"/>
                    <a:lumOff val="25000"/>
                  </a:schemeClr>
                </a:solidFill>
                <a:latin typeface="KB금융 제목체 Bold" panose="020B0803000000000000" pitchFamily="50" charset="-127"/>
                <a:ea typeface="KB금융 제목체 Bold" panose="020B0803000000000000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2075510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22">
          <p15:clr>
            <a:srgbClr val="FBAE40"/>
          </p15:clr>
        </p15:guide>
        <p15:guide id="2" orient="horz" pos="1185">
          <p15:clr>
            <a:srgbClr val="FBAE40"/>
          </p15:clr>
        </p15:guide>
        <p15:guide id="3" orient="horz" pos="3974">
          <p15:clr>
            <a:srgbClr val="FBAE40"/>
          </p15:clr>
        </p15:guide>
        <p15:guide id="4" orient="horz" pos="3816">
          <p15:clr>
            <a:srgbClr val="FBAE40"/>
          </p15:clr>
        </p15:guide>
        <p15:guide id="5" orient="horz" pos="1593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Only" userDrawn="1">
  <p:cSld name="내용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/>
          </p:nvPr>
        </p:nvSpPr>
        <p:spPr bwMode="auto">
          <a:xfrm>
            <a:off x="495301" y="274640"/>
            <a:ext cx="8915400" cy="5851525"/>
          </a:xfrm>
          <a:prstGeom prst="rect">
            <a:avLst/>
          </a:prstGeom>
        </p:spPr>
        <p:txBody>
          <a:bodyPr/>
          <a:lstStyle/>
          <a:p>
            <a:pPr lvl="0">
              <a:defRPr/>
            </a:pPr>
            <a:r>
              <a:rPr lang="ko-KR"/>
              <a:t>마스터 텍스트 스타일을 편집합니다</a:t>
            </a:r>
            <a:endParaRPr/>
          </a:p>
          <a:p>
            <a:pPr lvl="1">
              <a:defRPr/>
            </a:pPr>
            <a:r>
              <a:rPr lang="ko-KR"/>
              <a:t>둘째 수준</a:t>
            </a:r>
            <a:endParaRPr/>
          </a:p>
          <a:p>
            <a:pPr lvl="2">
              <a:defRPr/>
            </a:pPr>
            <a:r>
              <a:rPr lang="ko-KR"/>
              <a:t>셋째 수준</a:t>
            </a:r>
            <a:endParaRPr/>
          </a:p>
          <a:p>
            <a:pPr lvl="3">
              <a:defRPr/>
            </a:pPr>
            <a:r>
              <a:rPr lang="ko-KR"/>
              <a:t>넷째 수준</a:t>
            </a:r>
            <a:endParaRPr/>
          </a:p>
          <a:p>
            <a:pPr lvl="4">
              <a:defRPr/>
            </a:pPr>
            <a:r>
              <a:rPr lang="ko-KR"/>
              <a:t>다섯째 수준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 bwMode="auto">
          <a:xfrm>
            <a:off x="495380" y="6245225"/>
            <a:ext cx="2311770" cy="476250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en-US" sz="1100" b="1">
              <a:solidFill>
                <a:srgbClr val="000000"/>
              </a:solidFill>
              <a:latin typeface="Arial"/>
              <a:ea typeface="가는각진제목체"/>
            </a:endParaRPr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 bwMode="auto">
          <a:xfrm>
            <a:off x="3385093" y="6245225"/>
            <a:ext cx="3135815" cy="476250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en-US" sz="1100" b="1">
              <a:solidFill>
                <a:srgbClr val="000000"/>
              </a:solidFill>
              <a:latin typeface="Arial"/>
              <a:ea typeface="가는각진제목체"/>
            </a:endParaRPr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7098850" y="6245225"/>
            <a:ext cx="2311770" cy="476250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defRPr/>
            </a:pPr>
            <a:fld id="{D724FCBA-60F2-4979-BDC8-4B2A6D7825A4}" type="slidenum">
              <a:rPr lang="en-US" sz="1100" b="1">
                <a:solidFill>
                  <a:srgbClr val="000000"/>
                </a:solidFill>
                <a:latin typeface="Arial"/>
                <a:ea typeface="가는각진제목체"/>
              </a:rPr>
              <a:t>‹#›</a:t>
            </a:fld>
            <a:endParaRPr lang="en-US" sz="1100" b="1">
              <a:solidFill>
                <a:srgbClr val="000000"/>
              </a:solidFill>
              <a:latin typeface="Arial"/>
              <a:ea typeface="가는각진제목체"/>
            </a:endParaRPr>
          </a:p>
        </p:txBody>
      </p:sp>
    </p:spTree>
    <p:extLst>
      <p:ext uri="{BB962C8B-B14F-4D97-AF65-F5344CB8AC3E}">
        <p14:creationId xmlns:p14="http://schemas.microsoft.com/office/powerpoint/2010/main" val="8246350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V_감사정보_1_요구사항 명세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149547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22">
          <p15:clr>
            <a:srgbClr val="FBAE40"/>
          </p15:clr>
        </p15:guide>
        <p15:guide id="2" orient="horz" pos="1185">
          <p15:clr>
            <a:srgbClr val="FBAE40"/>
          </p15:clr>
        </p15:guide>
        <p15:guide id="3" orient="horz" pos="3974">
          <p15:clr>
            <a:srgbClr val="FBAE40"/>
          </p15:clr>
        </p15:guide>
        <p15:guide id="4" orient="horz" pos="3816">
          <p15:clr>
            <a:srgbClr val="FBAE40"/>
          </p15:clr>
        </p15:guide>
        <p15:guide id="5" orient="horz" pos="1593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jpeg"/><Relationship Id="rId5" Type="http://schemas.openxmlformats.org/officeDocument/2006/relationships/theme" Target="../theme/theme2.xml"/><Relationship Id="rId4" Type="http://schemas.openxmlformats.org/officeDocument/2006/relationships/slideLayout" Target="../slideLayouts/slideLayout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3"/>
          <a:stretch/>
        </p:blipFill>
        <p:spPr bwMode="auto">
          <a:xfrm>
            <a:off x="0" y="724"/>
            <a:ext cx="9907587" cy="6856552"/>
          </a:xfrm>
          <a:prstGeom prst="rect">
            <a:avLst/>
          </a:prstGeom>
        </p:spPr>
      </p:pic>
      <p:pic>
        <p:nvPicPr>
          <p:cNvPr id="9" name="그림 8"/>
          <p:cNvPicPr>
            <a:picLocks noChangeAspect="1"/>
          </p:cNvPicPr>
          <p:nvPr userDrawn="1"/>
        </p:nvPicPr>
        <p:blipFill>
          <a:blip r:embed="rId4"/>
          <a:stretch/>
        </p:blipFill>
        <p:spPr bwMode="auto">
          <a:xfrm>
            <a:off x="390063" y="324000"/>
            <a:ext cx="2130200" cy="39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85916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00" r:id="rId1"/>
  </p:sldLayoutIdLst>
  <p:txStyles>
    <p:titleStyle>
      <a:lvl1pPr algn="ctr" defTabSz="914400"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>
        <a:spcBef>
          <a:spcPts val="0"/>
        </a:spcBef>
        <a:buFont typeface="Arial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>
        <a:spcBef>
          <a:spcPts val="0"/>
        </a:spcBef>
        <a:buFont typeface="Arial"/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spcBef>
          <a:spcPts val="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spcBef>
          <a:spcPts val="0"/>
        </a:spcBef>
        <a:buFont typeface="Arial"/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spcBef>
          <a:spcPts val="0"/>
        </a:spcBef>
        <a:buFont typeface="Arial"/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lt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8">
            <a:extLst>
              <a:ext uri="{FF2B5EF4-FFF2-40B4-BE49-F238E27FC236}">
                <a16:creationId xmlns:a16="http://schemas.microsoft.com/office/drawing/2014/main" id="{B8A41256-83F0-BC25-F70A-0F838157ADB2}"/>
              </a:ext>
            </a:extLst>
          </p:cNvPr>
          <p:cNvSpPr txBox="1">
            <a:spLocks/>
          </p:cNvSpPr>
          <p:nvPr userDrawn="1"/>
        </p:nvSpPr>
        <p:spPr>
          <a:xfrm>
            <a:off x="8454040" y="6615134"/>
            <a:ext cx="1301311" cy="149412"/>
          </a:xfrm>
          <a:prstGeom prst="rect">
            <a:avLst/>
          </a:prstGeom>
        </p:spPr>
        <p:txBody>
          <a:bodyPr lIns="0" tIns="0" rIns="0" bIns="0" anchor="b" anchorCtr="0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rgbClr val="0061A8"/>
                </a:solidFill>
                <a:latin typeface="Univers for KPMG"/>
                <a:ea typeface="Univers for KPMG"/>
                <a:cs typeface="Univers for KPMG"/>
                <a:sym typeface="Univers for KPMG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86CB4B4D-7CA3-9044-876B-883B54F8677D}" type="slidenum">
              <a:rPr lang="en-US" sz="915" b="1" baseline="0" smtClean="0">
                <a:solidFill>
                  <a:schemeClr val="tx1"/>
                </a:solidFill>
                <a:latin typeface="KB금융 본문체 Light" panose="020B0303000000000000" pitchFamily="50" charset="-127"/>
                <a:ea typeface="KB금융 본문체 Light" panose="020B0303000000000000" pitchFamily="50" charset="-127"/>
                <a:cs typeface="Univers for KPMG"/>
              </a:rPr>
              <a:pPr algn="r"/>
              <a:t>‹#›</a:t>
            </a:fld>
            <a:endParaRPr lang="en-US" sz="915" b="1" baseline="0" dirty="0">
              <a:solidFill>
                <a:schemeClr val="tx1"/>
              </a:solidFill>
              <a:latin typeface="KB금융 본문체 Light" panose="020B0303000000000000" pitchFamily="50" charset="-127"/>
              <a:ea typeface="KB금융 본문체 Light" panose="020B0303000000000000" pitchFamily="50" charset="-127"/>
              <a:cs typeface="Univers for KPMG"/>
            </a:endParaRPr>
          </a:p>
        </p:txBody>
      </p:sp>
      <p:pic>
        <p:nvPicPr>
          <p:cNvPr id="5" name="그림 4" descr="텍스트, 폰트, 로고, 상징이(가) 표시된 사진&#10;&#10;자동 생성된 설명">
            <a:extLst>
              <a:ext uri="{FF2B5EF4-FFF2-40B4-BE49-F238E27FC236}">
                <a16:creationId xmlns:a16="http://schemas.microsoft.com/office/drawing/2014/main" id="{A98F5744-0E3D-B876-2F51-0F38349C87A1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138758" y="6389951"/>
            <a:ext cx="758825" cy="419615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13D67BC6-FE5A-5BC5-FA84-CEAFD1728441}"/>
              </a:ext>
            </a:extLst>
          </p:cNvPr>
          <p:cNvSpPr/>
          <p:nvPr userDrawn="1"/>
        </p:nvSpPr>
        <p:spPr>
          <a:xfrm>
            <a:off x="-971771" y="585061"/>
            <a:ext cx="360000" cy="360000"/>
          </a:xfrm>
          <a:prstGeom prst="rect">
            <a:avLst/>
          </a:prstGeom>
          <a:solidFill>
            <a:srgbClr val="00338D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18000" tIns="10800" rIns="18000" bIns="1080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1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 Bold" panose="00000800000000000000" pitchFamily="2" charset="-127"/>
              <a:ea typeface="KoPub돋움체 Bold" panose="00000800000000000000" pitchFamily="2" charset="-127"/>
              <a:cs typeface="+mn-cs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FAB2D52D-84BF-CE6A-915D-91FD426405FA}"/>
              </a:ext>
            </a:extLst>
          </p:cNvPr>
          <p:cNvSpPr/>
          <p:nvPr userDrawn="1"/>
        </p:nvSpPr>
        <p:spPr>
          <a:xfrm>
            <a:off x="-971771" y="2745301"/>
            <a:ext cx="360000" cy="360000"/>
          </a:xfrm>
          <a:prstGeom prst="rect">
            <a:avLst/>
          </a:prstGeom>
          <a:solidFill>
            <a:srgbClr val="00A3A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18000" tIns="10800" rIns="18000" bIns="1080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800" b="1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 Bold" panose="00000800000000000000" pitchFamily="2" charset="-127"/>
              <a:ea typeface="KoPub돋움체 Bold" panose="00000800000000000000" pitchFamily="2" charset="-127"/>
              <a:cs typeface="+mn-cs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766B257A-6E3A-92EE-F794-29807F2F5DC7}"/>
              </a:ext>
            </a:extLst>
          </p:cNvPr>
          <p:cNvSpPr/>
          <p:nvPr userDrawn="1"/>
        </p:nvSpPr>
        <p:spPr>
          <a:xfrm>
            <a:off x="-521510" y="2745301"/>
            <a:ext cx="360000" cy="360000"/>
          </a:xfrm>
          <a:prstGeom prst="rect">
            <a:avLst/>
          </a:prstGeom>
          <a:solidFill>
            <a:srgbClr val="6D207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18000" tIns="10800" rIns="18000" bIns="1080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1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 Bold" panose="00000800000000000000" pitchFamily="2" charset="-127"/>
              <a:ea typeface="KoPub돋움체 Bold" panose="00000800000000000000" pitchFamily="2" charset="-127"/>
              <a:cs typeface="+mn-cs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5F807B4-8058-FA85-A1A5-641162ED81A2}"/>
              </a:ext>
            </a:extLst>
          </p:cNvPr>
          <p:cNvSpPr/>
          <p:nvPr userDrawn="1"/>
        </p:nvSpPr>
        <p:spPr>
          <a:xfrm>
            <a:off x="-971771" y="1016317"/>
            <a:ext cx="360000" cy="360000"/>
          </a:xfrm>
          <a:prstGeom prst="rect">
            <a:avLst/>
          </a:prstGeom>
          <a:solidFill>
            <a:srgbClr val="0091DA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18000" tIns="10800" rIns="18000" bIns="1080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1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 Bold" panose="00000800000000000000" pitchFamily="2" charset="-127"/>
              <a:ea typeface="KoPub돋움체 Bold" panose="00000800000000000000" pitchFamily="2" charset="-127"/>
              <a:cs typeface="+mn-cs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AE5683FD-47EA-4570-80F0-6196D4C1632F}"/>
              </a:ext>
            </a:extLst>
          </p:cNvPr>
          <p:cNvSpPr/>
          <p:nvPr userDrawn="1"/>
        </p:nvSpPr>
        <p:spPr>
          <a:xfrm>
            <a:off x="-971771" y="2304826"/>
            <a:ext cx="360000" cy="360000"/>
          </a:xfrm>
          <a:prstGeom prst="rect">
            <a:avLst/>
          </a:prstGeom>
          <a:solidFill>
            <a:srgbClr val="B5D0FF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18000" tIns="10800" rIns="18000" bIns="1080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1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 Bold" panose="00000800000000000000" pitchFamily="2" charset="-127"/>
              <a:ea typeface="KoPub돋움체 Bold" panose="00000800000000000000" pitchFamily="2" charset="-127"/>
              <a:cs typeface="+mn-cs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B19BA49B-DEF1-6B8D-5E5A-A03EECF30236}"/>
              </a:ext>
            </a:extLst>
          </p:cNvPr>
          <p:cNvSpPr/>
          <p:nvPr userDrawn="1"/>
        </p:nvSpPr>
        <p:spPr>
          <a:xfrm>
            <a:off x="-971771" y="1877552"/>
            <a:ext cx="360000" cy="360000"/>
          </a:xfrm>
          <a:prstGeom prst="rect">
            <a:avLst/>
          </a:prstGeom>
          <a:solidFill>
            <a:srgbClr val="2272FF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18000" tIns="10800" rIns="18000" bIns="1080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1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 Bold" panose="00000800000000000000" pitchFamily="2" charset="-127"/>
              <a:ea typeface="KoPub돋움체 Bold" panose="00000800000000000000" pitchFamily="2" charset="-127"/>
              <a:cs typeface="+mn-cs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5A7C8D42-7B7F-2D0B-F783-80864A8CD35B}"/>
              </a:ext>
            </a:extLst>
          </p:cNvPr>
          <p:cNvSpPr/>
          <p:nvPr userDrawn="1"/>
        </p:nvSpPr>
        <p:spPr>
          <a:xfrm>
            <a:off x="-521510" y="585061"/>
            <a:ext cx="360000" cy="360000"/>
          </a:xfrm>
          <a:prstGeom prst="rect">
            <a:avLst/>
          </a:prstGeom>
          <a:solidFill>
            <a:srgbClr val="000000">
              <a:lumMod val="75000"/>
              <a:lumOff val="2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18000" tIns="10800" rIns="18000" bIns="1080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1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 Bold" panose="00000800000000000000" pitchFamily="2" charset="-127"/>
              <a:ea typeface="KoPub돋움체 Bold" panose="00000800000000000000" pitchFamily="2" charset="-127"/>
              <a:cs typeface="+mn-cs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13A2E4E4-51E4-711B-C1E3-A755D3FBC8E5}"/>
              </a:ext>
            </a:extLst>
          </p:cNvPr>
          <p:cNvSpPr/>
          <p:nvPr userDrawn="1"/>
        </p:nvSpPr>
        <p:spPr>
          <a:xfrm>
            <a:off x="-521510" y="1016317"/>
            <a:ext cx="360000" cy="360000"/>
          </a:xfrm>
          <a:prstGeom prst="rect">
            <a:avLst/>
          </a:prstGeom>
          <a:solidFill>
            <a:srgbClr val="000000">
              <a:lumMod val="50000"/>
              <a:lumOff val="5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18000" tIns="10800" rIns="18000" bIns="1080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1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 Bold" panose="00000800000000000000" pitchFamily="2" charset="-127"/>
              <a:ea typeface="KoPub돋움체 Bold" panose="00000800000000000000" pitchFamily="2" charset="-127"/>
              <a:cs typeface="+mn-cs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3FB1B516-8374-E5BC-9824-82FBEE01D408}"/>
              </a:ext>
            </a:extLst>
          </p:cNvPr>
          <p:cNvSpPr/>
          <p:nvPr userDrawn="1"/>
        </p:nvSpPr>
        <p:spPr>
          <a:xfrm>
            <a:off x="-521510" y="2313253"/>
            <a:ext cx="360000" cy="3600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18000" tIns="10800" rIns="18000" bIns="1080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1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 Bold" panose="00000800000000000000" pitchFamily="2" charset="-127"/>
              <a:ea typeface="KoPub돋움체 Bold" panose="00000800000000000000" pitchFamily="2" charset="-127"/>
              <a:cs typeface="+mn-cs"/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F525FD23-A8FE-25B4-9CD5-FB2A406DCA7F}"/>
              </a:ext>
            </a:extLst>
          </p:cNvPr>
          <p:cNvSpPr/>
          <p:nvPr userDrawn="1"/>
        </p:nvSpPr>
        <p:spPr>
          <a:xfrm>
            <a:off x="-521510" y="1875147"/>
            <a:ext cx="360000" cy="360000"/>
          </a:xfrm>
          <a:prstGeom prst="rect">
            <a:avLst/>
          </a:prstGeom>
          <a:solidFill>
            <a:sysClr val="window" lastClr="FFFFFF">
              <a:lumMod val="85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18000" tIns="10800" rIns="18000" bIns="1080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1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 Bold" panose="00000800000000000000" pitchFamily="2" charset="-127"/>
              <a:ea typeface="KoPub돋움체 Bold" panose="00000800000000000000" pitchFamily="2" charset="-127"/>
              <a:cs typeface="+mn-cs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03D8D7EA-8F12-1026-7B0B-F2BE07D572B9}"/>
              </a:ext>
            </a:extLst>
          </p:cNvPr>
          <p:cNvSpPr/>
          <p:nvPr userDrawn="1"/>
        </p:nvSpPr>
        <p:spPr>
          <a:xfrm>
            <a:off x="-521510" y="1447873"/>
            <a:ext cx="360000" cy="360000"/>
          </a:xfrm>
          <a:prstGeom prst="rect">
            <a:avLst/>
          </a:prstGeom>
          <a:solidFill>
            <a:sysClr val="window" lastClr="FFFFFF">
              <a:lumMod val="75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18000" tIns="10800" rIns="18000" bIns="1080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1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 Bold" panose="00000800000000000000" pitchFamily="2" charset="-127"/>
              <a:ea typeface="KoPub돋움체 Bold" panose="00000800000000000000" pitchFamily="2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C619F5C4-39E9-6E7A-4E41-35EBFA5F909A}"/>
              </a:ext>
            </a:extLst>
          </p:cNvPr>
          <p:cNvSpPr/>
          <p:nvPr userDrawn="1"/>
        </p:nvSpPr>
        <p:spPr>
          <a:xfrm>
            <a:off x="-972625" y="1449157"/>
            <a:ext cx="360000" cy="360000"/>
          </a:xfrm>
          <a:prstGeom prst="rect">
            <a:avLst/>
          </a:prstGeom>
          <a:solidFill>
            <a:srgbClr val="005EB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18000" tIns="10800" rIns="18000" bIns="1080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1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 Bold" panose="00000800000000000000" pitchFamily="2" charset="-127"/>
              <a:ea typeface="KoPub돋움체 Bold" panose="00000800000000000000" pitchFamily="2" charset="-127"/>
              <a:cs typeface="+mn-cs"/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8F11BBFB-8AF0-18BF-7389-2008D7D9B4C6}"/>
              </a:ext>
            </a:extLst>
          </p:cNvPr>
          <p:cNvSpPr/>
          <p:nvPr userDrawn="1"/>
        </p:nvSpPr>
        <p:spPr bwMode="auto">
          <a:xfrm>
            <a:off x="-506284" y="3247929"/>
            <a:ext cx="344774" cy="172386"/>
          </a:xfrm>
          <a:prstGeom prst="rect">
            <a:avLst/>
          </a:prstGeom>
          <a:solidFill>
            <a:srgbClr val="755500"/>
          </a:solidFill>
          <a:ln w="9525" cap="flat" cmpd="sng" algn="ctr">
            <a:noFill/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85725" marR="0" indent="-85725" algn="ctr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ko-KR" altLang="en-US">
              <a:ea typeface="KB금융 본문체 Medium" panose="020B0603000000000000" pitchFamily="50" charset="-127"/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36BEE81E-F9CF-B45A-13C8-3430D404266C}"/>
              </a:ext>
            </a:extLst>
          </p:cNvPr>
          <p:cNvSpPr/>
          <p:nvPr userDrawn="1"/>
        </p:nvSpPr>
        <p:spPr bwMode="auto">
          <a:xfrm>
            <a:off x="-506284" y="3450139"/>
            <a:ext cx="344774" cy="172386"/>
          </a:xfrm>
          <a:prstGeom prst="rect">
            <a:avLst/>
          </a:prstGeom>
          <a:solidFill>
            <a:srgbClr val="FFBF0D"/>
          </a:solidFill>
          <a:ln w="9525" cap="flat" cmpd="sng" algn="ctr">
            <a:noFill/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85725" marR="0" indent="-85725" algn="ctr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ko-KR" altLang="en-US">
              <a:ea typeface="KB금융 본문체 Medium" panose="020B0603000000000000" pitchFamily="50" charset="-127"/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5F53E172-4D9B-50B3-F6EC-1DB61C39F421}"/>
              </a:ext>
            </a:extLst>
          </p:cNvPr>
          <p:cNvSpPr/>
          <p:nvPr userDrawn="1"/>
        </p:nvSpPr>
        <p:spPr bwMode="auto">
          <a:xfrm>
            <a:off x="-506284" y="3652349"/>
            <a:ext cx="344774" cy="172386"/>
          </a:xfrm>
          <a:prstGeom prst="rect">
            <a:avLst/>
          </a:prstGeom>
          <a:solidFill>
            <a:srgbClr val="858587"/>
          </a:solidFill>
          <a:ln w="9525" cap="flat" cmpd="sng" algn="ctr">
            <a:noFill/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85725" marR="0" indent="-85725" algn="ctr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ko-KR" altLang="en-US">
              <a:ea typeface="KB금융 본문체 Medium" panose="020B0603000000000000" pitchFamily="50" charset="-127"/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A162068C-1D36-A218-27E5-0FB155578128}"/>
              </a:ext>
            </a:extLst>
          </p:cNvPr>
          <p:cNvSpPr/>
          <p:nvPr userDrawn="1"/>
        </p:nvSpPr>
        <p:spPr bwMode="auto">
          <a:xfrm>
            <a:off x="-506284" y="4258978"/>
            <a:ext cx="344774" cy="172386"/>
          </a:xfrm>
          <a:prstGeom prst="rect">
            <a:avLst/>
          </a:prstGeom>
          <a:solidFill>
            <a:srgbClr val="D9D9D9"/>
          </a:solidFill>
          <a:ln w="9525" cap="flat" cmpd="sng" algn="ctr">
            <a:noFill/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85725" marR="0" indent="-85725" algn="ctr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ko-KR" altLang="en-US">
              <a:ea typeface="KB금융 본문체 Medium" panose="020B0603000000000000" pitchFamily="50" charset="-127"/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54161361-4EE4-C0AE-1D48-EF13E902C04A}"/>
              </a:ext>
            </a:extLst>
          </p:cNvPr>
          <p:cNvSpPr/>
          <p:nvPr userDrawn="1"/>
        </p:nvSpPr>
        <p:spPr bwMode="auto">
          <a:xfrm>
            <a:off x="-919034" y="3247929"/>
            <a:ext cx="344774" cy="172386"/>
          </a:xfrm>
          <a:prstGeom prst="rect">
            <a:avLst/>
          </a:prstGeom>
          <a:solidFill>
            <a:srgbClr val="F1A600"/>
          </a:solidFill>
          <a:ln w="9525" cap="flat" cmpd="sng" algn="ctr">
            <a:noFill/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85725" marR="0" indent="-85725" algn="ctr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ko-KR" altLang="en-US">
              <a:ea typeface="KB금융 본문체 Medium" panose="020B0603000000000000" pitchFamily="50" charset="-127"/>
            </a:endParaRP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0705B076-EB48-FAF1-1E4B-7D0A33E93D2B}"/>
              </a:ext>
            </a:extLst>
          </p:cNvPr>
          <p:cNvSpPr/>
          <p:nvPr userDrawn="1"/>
        </p:nvSpPr>
        <p:spPr bwMode="auto">
          <a:xfrm>
            <a:off x="-919034" y="3450139"/>
            <a:ext cx="344774" cy="172386"/>
          </a:xfrm>
          <a:prstGeom prst="rect">
            <a:avLst/>
          </a:prstGeom>
          <a:solidFill>
            <a:srgbClr val="F4B700"/>
          </a:solidFill>
          <a:ln w="9525" cap="flat" cmpd="sng" algn="ctr">
            <a:noFill/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85725" marR="0" indent="-85725" algn="ctr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ko-KR" altLang="en-US">
              <a:ea typeface="KB금융 본문체 Medium" panose="020B0603000000000000" pitchFamily="50" charset="-127"/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D688C6D5-469D-10F4-5B55-F8F1AA180475}"/>
              </a:ext>
            </a:extLst>
          </p:cNvPr>
          <p:cNvSpPr/>
          <p:nvPr userDrawn="1"/>
        </p:nvSpPr>
        <p:spPr bwMode="auto">
          <a:xfrm>
            <a:off x="-919034" y="3652349"/>
            <a:ext cx="344774" cy="172386"/>
          </a:xfrm>
          <a:prstGeom prst="rect">
            <a:avLst/>
          </a:prstGeom>
          <a:solidFill>
            <a:srgbClr val="6D6052"/>
          </a:solidFill>
          <a:ln w="9525" cap="flat" cmpd="sng" algn="ctr">
            <a:noFill/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85725" marR="0" indent="-85725" algn="ctr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ko-KR" altLang="en-US">
              <a:ea typeface="KB금융 본문체 Medium" panose="020B0603000000000000" pitchFamily="50" charset="-127"/>
            </a:endParaRP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164E2CC1-A9E9-AE5C-13F3-27578D06AC85}"/>
              </a:ext>
            </a:extLst>
          </p:cNvPr>
          <p:cNvSpPr/>
          <p:nvPr userDrawn="1"/>
        </p:nvSpPr>
        <p:spPr bwMode="auto">
          <a:xfrm>
            <a:off x="-919034" y="3854559"/>
            <a:ext cx="344774" cy="172386"/>
          </a:xfrm>
          <a:prstGeom prst="rect">
            <a:avLst/>
          </a:prstGeom>
          <a:solidFill>
            <a:srgbClr val="7F6841"/>
          </a:solidFill>
          <a:ln w="9525" cap="flat" cmpd="sng" algn="ctr">
            <a:noFill/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85725" marR="0" indent="-85725" algn="ctr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ko-KR" altLang="en-US">
              <a:ea typeface="KB금융 본문체 Medium" panose="020B0603000000000000" pitchFamily="50" charset="-127"/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484D3D43-F7B3-F4DB-1922-CEE37683198F}"/>
              </a:ext>
            </a:extLst>
          </p:cNvPr>
          <p:cNvSpPr/>
          <p:nvPr userDrawn="1"/>
        </p:nvSpPr>
        <p:spPr bwMode="auto">
          <a:xfrm>
            <a:off x="-917318" y="4056769"/>
            <a:ext cx="344774" cy="172386"/>
          </a:xfrm>
          <a:prstGeom prst="rect">
            <a:avLst/>
          </a:prstGeom>
          <a:solidFill>
            <a:srgbClr val="4A483F"/>
          </a:solidFill>
          <a:ln w="9525" cap="flat" cmpd="sng" algn="ctr">
            <a:noFill/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85725" marR="0" indent="-85725" algn="ctr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ko-KR" altLang="en-US">
              <a:ea typeface="KB금융 본문체 Medium" panose="020B0603000000000000" pitchFamily="50" charset="-127"/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8A5E09A2-F936-77B6-3472-DE1694B7B3CD}"/>
              </a:ext>
            </a:extLst>
          </p:cNvPr>
          <p:cNvSpPr/>
          <p:nvPr userDrawn="1"/>
        </p:nvSpPr>
        <p:spPr bwMode="auto">
          <a:xfrm>
            <a:off x="-506284" y="3854559"/>
            <a:ext cx="344774" cy="172386"/>
          </a:xfrm>
          <a:prstGeom prst="rect">
            <a:avLst/>
          </a:prstGeom>
          <a:solidFill>
            <a:srgbClr val="838687"/>
          </a:solidFill>
          <a:ln w="9525" cap="flat" cmpd="sng" algn="ctr">
            <a:noFill/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85725" marR="0" indent="-85725" algn="ctr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ko-KR" altLang="en-US">
              <a:ea typeface="KB금융 본문체 Medium" panose="020B0603000000000000" pitchFamily="50" charset="-127"/>
            </a:endParaRP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DB0C5BAF-9DBA-8D34-4096-055E3780C7BB}"/>
              </a:ext>
            </a:extLst>
          </p:cNvPr>
          <p:cNvSpPr/>
          <p:nvPr userDrawn="1"/>
        </p:nvSpPr>
        <p:spPr bwMode="auto">
          <a:xfrm>
            <a:off x="-506284" y="4056769"/>
            <a:ext cx="344774" cy="172386"/>
          </a:xfrm>
          <a:prstGeom prst="rect">
            <a:avLst/>
          </a:prstGeom>
          <a:solidFill>
            <a:srgbClr val="D1D1D1"/>
          </a:solidFill>
          <a:ln w="9525" cap="flat" cmpd="sng" algn="ctr">
            <a:noFill/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85725" marR="0" indent="-85725" algn="ctr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ko-KR" altLang="en-US">
              <a:ea typeface="KB금융 본문체 Medium" panose="020B0603000000000000" pitchFamily="50" charset="-127"/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C551F734-92C8-A377-41E3-BDFEDD1CB52F}"/>
              </a:ext>
            </a:extLst>
          </p:cNvPr>
          <p:cNvSpPr/>
          <p:nvPr userDrawn="1"/>
        </p:nvSpPr>
        <p:spPr bwMode="auto">
          <a:xfrm>
            <a:off x="-917318" y="4258978"/>
            <a:ext cx="344774" cy="172386"/>
          </a:xfrm>
          <a:prstGeom prst="rect">
            <a:avLst/>
          </a:prstGeom>
          <a:solidFill>
            <a:srgbClr val="DFC891"/>
          </a:solidFill>
          <a:ln w="9525" cap="flat" cmpd="sng" algn="ctr">
            <a:noFill/>
            <a:prstDash val="solid"/>
            <a:round/>
            <a:headEnd type="none" w="med" len="med"/>
            <a:tailEnd type="triangl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85725" marR="0" indent="-85725" algn="ctr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ko-KR" altLang="en-US">
              <a:ea typeface="KB금융 본문체 Medium" panose="020B0603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806799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21" r:id="rId1"/>
    <p:sldLayoutId id="2147484022" r:id="rId2"/>
    <p:sldLayoutId id="2147484023" r:id="rId3"/>
    <p:sldLayoutId id="2147484024" r:id="rId4"/>
  </p:sldLayoutIdLst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lang="ko-KR" altLang="en-US" sz="2000" b="1" kern="1200" spc="0" baseline="0" dirty="0" smtClean="0">
          <a:solidFill>
            <a:schemeClr val="tx1"/>
          </a:solidFill>
          <a:latin typeface="KB금융 제목체 Bold" panose="020B0803000000000000" pitchFamily="50" charset="-127"/>
          <a:ea typeface="KB금융 제목체 Bold" panose="020B0803000000000000" pitchFamily="50" charset="-127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1900" b="1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1900" b="1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1900" b="1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1900" b="1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</a:defRPr>
      </a:lvl5pPr>
      <a:lvl6pPr marL="457197" algn="l" rtl="0" fontAlgn="base">
        <a:spcBef>
          <a:spcPct val="0"/>
        </a:spcBef>
        <a:spcAft>
          <a:spcPct val="0"/>
        </a:spcAft>
        <a:defRPr sz="1900" b="1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</a:defRPr>
      </a:lvl6pPr>
      <a:lvl7pPr marL="914395" algn="l" rtl="0" fontAlgn="base">
        <a:spcBef>
          <a:spcPct val="0"/>
        </a:spcBef>
        <a:spcAft>
          <a:spcPct val="0"/>
        </a:spcAft>
        <a:defRPr sz="1900" b="1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</a:defRPr>
      </a:lvl7pPr>
      <a:lvl8pPr marL="1371592" algn="l" rtl="0" fontAlgn="base">
        <a:spcBef>
          <a:spcPct val="0"/>
        </a:spcBef>
        <a:spcAft>
          <a:spcPct val="0"/>
        </a:spcAft>
        <a:defRPr sz="1900" b="1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</a:defRPr>
      </a:lvl8pPr>
      <a:lvl9pPr marL="1828789" algn="l" rtl="0" fontAlgn="base">
        <a:spcBef>
          <a:spcPct val="0"/>
        </a:spcBef>
        <a:spcAft>
          <a:spcPct val="0"/>
        </a:spcAft>
        <a:defRPr sz="1900" b="1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</a:defRPr>
      </a:lvl9pPr>
    </p:titleStyle>
    <p:bodyStyle>
      <a:lvl1pPr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Wingdings" panose="05000000000000000000" pitchFamily="2" charset="2"/>
        <a:defRPr lang="ko-KR" altLang="en-US" sz="1600" b="0" kern="1200" spc="0" baseline="0" dirty="0" smtClean="0">
          <a:solidFill>
            <a:schemeClr val="tx1">
              <a:lumMod val="75000"/>
              <a:lumOff val="25000"/>
            </a:schemeClr>
          </a:solidFill>
          <a:latin typeface="KB금융 제목체 Bold" panose="020B0803000000000000" pitchFamily="50" charset="-127"/>
          <a:ea typeface="KB금융 제목체 Bold" panose="020B0803000000000000" pitchFamily="50" charset="-127"/>
          <a:cs typeface="+mn-cs"/>
        </a:defRPr>
      </a:lvl1pPr>
      <a:lvl2pPr marL="817558" indent="-285749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n-lt"/>
          <a:ea typeface="가는각진제목체" panose="020B0600000101010101" charset="-127"/>
          <a:cs typeface="+mn-cs"/>
        </a:defRPr>
      </a:lvl2pPr>
      <a:lvl3pPr marL="1225543" indent="-228599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Char char="•"/>
        <a:defRPr sz="1400" kern="1200">
          <a:solidFill>
            <a:schemeClr val="tx1"/>
          </a:solidFill>
          <a:latin typeface="+mn-lt"/>
          <a:ea typeface="가는각진제목체" panose="020B0600000101010101" charset="-127"/>
          <a:cs typeface="+mn-cs"/>
        </a:defRPr>
      </a:lvl3pPr>
      <a:lvl4pPr marL="1633529" indent="-228599" algn="l" rtl="0" eaLnBrk="0" fontAlgn="base" hangingPunct="0">
        <a:spcBef>
          <a:spcPct val="20000"/>
        </a:spcBef>
        <a:spcAft>
          <a:spcPct val="0"/>
        </a:spcAft>
        <a:buChar char="–"/>
        <a:defRPr sz="1200" kern="1200">
          <a:solidFill>
            <a:schemeClr val="tx1"/>
          </a:solidFill>
          <a:latin typeface="+mn-lt"/>
          <a:ea typeface="가는각진제목체" panose="020B0600000101010101" charset="-127"/>
          <a:cs typeface="+mn-cs"/>
        </a:defRPr>
      </a:lvl4pPr>
      <a:lvl5pPr marL="2057388" indent="-228599" algn="l" rtl="0" eaLnBrk="0" fontAlgn="base" hangingPunct="0">
        <a:spcBef>
          <a:spcPct val="20000"/>
        </a:spcBef>
        <a:spcAft>
          <a:spcPct val="0"/>
        </a:spcAft>
        <a:buChar char="»"/>
        <a:defRPr sz="1000" kern="1200">
          <a:solidFill>
            <a:schemeClr val="tx1"/>
          </a:solidFill>
          <a:latin typeface="+mn-lt"/>
          <a:ea typeface="가는각진제목체" panose="020B0600000101010101" charset="-127"/>
          <a:cs typeface="+mn-cs"/>
        </a:defRPr>
      </a:lvl5pPr>
      <a:lvl6pPr marL="2514585" indent="-228599" algn="l" defTabSz="914395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83" indent="-228599" algn="l" defTabSz="914395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80" indent="-228599" algn="l" defTabSz="914395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77" indent="-228599" algn="l" defTabSz="914395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395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97" algn="l" defTabSz="914395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95" algn="l" defTabSz="914395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92" algn="l" defTabSz="914395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89" algn="l" defTabSz="914395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87" algn="l" defTabSz="914395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84" algn="l" defTabSz="914395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81" algn="l" defTabSz="914395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79" algn="l" defTabSz="914395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58" userDrawn="1">
          <p15:clr>
            <a:srgbClr val="F26B43"/>
          </p15:clr>
        </p15:guide>
        <p15:guide id="2" pos="618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gi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7459194" y="5865530"/>
            <a:ext cx="1943289" cy="321712"/>
          </a:xfrm>
          <a:prstGeom prst="rect">
            <a:avLst/>
          </a:prstGeom>
        </p:spPr>
      </p:pic>
      <p:sp>
        <p:nvSpPr>
          <p:cNvPr id="6" name="Text Box 6"/>
          <p:cNvSpPr txBox="1">
            <a:spLocks noChangeArrowheads="1"/>
          </p:cNvSpPr>
          <p:nvPr/>
        </p:nvSpPr>
        <p:spPr bwMode="auto">
          <a:xfrm>
            <a:off x="2705233" y="431142"/>
            <a:ext cx="7200767" cy="2680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54000" tIns="10800" rIns="54000" bIns="10800" anchor="t" anchorCtr="0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>
                <a:srgbClr val="C0504D"/>
              </a:buClr>
              <a:buSzTx/>
              <a:buFontTx/>
              <a:buNone/>
              <a:tabLst/>
              <a:defRPr/>
            </a:pPr>
            <a:r>
              <a:rPr kumimoji="1" lang="ko-KR" altLang="en-US" sz="160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KB금융 제목체 Bold"/>
                <a:ea typeface="KB금융 제목체 Bold"/>
                <a:cs typeface="Arial"/>
              </a:rPr>
              <a:t>「 </a:t>
            </a:r>
            <a:r>
              <a:rPr kumimoji="1" lang="en-US" altLang="ko-KR" sz="160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KB금융 제목체 Bold"/>
                <a:ea typeface="KB금융 제목체 Bold"/>
                <a:cs typeface="Arial"/>
              </a:rPr>
              <a:t>{</a:t>
            </a:r>
            <a:r>
              <a:rPr kumimoji="1" lang="ko-KR" altLang="en-US" sz="160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KB금융 제목체 Bold"/>
                <a:ea typeface="KB금융 제목체 Bold"/>
                <a:cs typeface="Arial"/>
              </a:rPr>
              <a:t>프로젝트명</a:t>
            </a:r>
            <a:r>
              <a:rPr kumimoji="1" lang="en-US" altLang="ko-KR" sz="160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KB금융 제목체 Bold"/>
                <a:ea typeface="KB금융 제목체 Bold"/>
                <a:cs typeface="Arial"/>
              </a:rPr>
              <a:t>}</a:t>
            </a:r>
            <a:r>
              <a:rPr kumimoji="1" lang="ko-KR" altLang="en-US" sz="160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KB금융 제목체 Bold"/>
                <a:ea typeface="KB금융 제목체 Bold"/>
                <a:cs typeface="Arial"/>
              </a:rPr>
              <a:t> 」</a:t>
            </a:r>
            <a:endParaRPr kumimoji="1" lang="en-US" sz="160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KB금융 제목체 Bold"/>
              <a:ea typeface="KB금융 제목체 Bold"/>
              <a:cs typeface="Arial"/>
            </a:endParaRPr>
          </a:p>
        </p:txBody>
      </p:sp>
      <p:sp>
        <p:nvSpPr>
          <p:cNvPr id="7" name="TextBox 6"/>
          <p:cNvSpPr txBox="1"/>
          <p:nvPr/>
        </p:nvSpPr>
        <p:spPr bwMode="auto">
          <a:xfrm>
            <a:off x="359979" y="5864077"/>
            <a:ext cx="883575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500" dirty="0">
                <a:solidFill>
                  <a:srgbClr val="000000"/>
                </a:solidFill>
                <a:latin typeface="KB금융 제목체 Bold"/>
                <a:ea typeface="KB금융 제목체 Bold"/>
                <a:cs typeface="Arial"/>
              </a:rPr>
              <a:t>{</a:t>
            </a:r>
            <a:r>
              <a:rPr lang="ko-KR" altLang="en-US" sz="1500" dirty="0">
                <a:solidFill>
                  <a:srgbClr val="000000"/>
                </a:solidFill>
                <a:latin typeface="KB금융 제목체 Bold"/>
                <a:ea typeface="KB금융 제목체 Bold"/>
                <a:cs typeface="Arial"/>
              </a:rPr>
              <a:t>작성일</a:t>
            </a:r>
            <a:r>
              <a:rPr lang="en-US" altLang="ko-KR" sz="1500" dirty="0">
                <a:solidFill>
                  <a:srgbClr val="000000"/>
                </a:solidFill>
                <a:latin typeface="KB금융 제목체 Bold"/>
                <a:ea typeface="KB금융 제목체 Bold"/>
                <a:cs typeface="Arial"/>
              </a:rPr>
              <a:t>}</a:t>
            </a:r>
            <a:endParaRPr kumimoji="1" lang="ko-KR" altLang="en-US" sz="150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B금융 제목체 Bold"/>
              <a:ea typeface="KB금융 제목체 Bold"/>
              <a:cs typeface="Arial"/>
            </a:endParaRPr>
          </a:p>
        </p:txBody>
      </p:sp>
      <p:sp>
        <p:nvSpPr>
          <p:cNvPr id="9" name="Text Box 6"/>
          <p:cNvSpPr txBox="1">
            <a:spLocks noChangeArrowheads="1"/>
          </p:cNvSpPr>
          <p:nvPr/>
        </p:nvSpPr>
        <p:spPr bwMode="auto">
          <a:xfrm>
            <a:off x="359979" y="1658194"/>
            <a:ext cx="7348921" cy="39114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54000" tIns="10800" rIns="54000" bIns="10800" anchor="t" anchorCtr="0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>
                <a:srgbClr val="C0504D"/>
              </a:buClr>
              <a:buSzTx/>
              <a:buFontTx/>
              <a:buNone/>
              <a:tabLst/>
              <a:defRPr/>
            </a:pPr>
            <a:r>
              <a:rPr lang="en-US" altLang="ko-KR" sz="2400" dirty="0">
                <a:solidFill>
                  <a:prstClr val="black"/>
                </a:solidFill>
                <a:latin typeface="KB금융 제목체 Bold"/>
                <a:ea typeface="KB금융 제목체 Bold"/>
                <a:cs typeface="Arial"/>
              </a:rPr>
              <a:t>{</a:t>
            </a:r>
            <a:r>
              <a:rPr lang="ko-KR" altLang="en-US" sz="2400" dirty="0">
                <a:solidFill>
                  <a:prstClr val="black"/>
                </a:solidFill>
                <a:latin typeface="KB금융 제목체 Bold"/>
                <a:ea typeface="KB금융 제목체 Bold"/>
                <a:cs typeface="Arial"/>
              </a:rPr>
              <a:t>프로젝트명</a:t>
            </a:r>
            <a:r>
              <a:rPr lang="en-US" altLang="ko-KR" sz="2400" dirty="0">
                <a:solidFill>
                  <a:prstClr val="black"/>
                </a:solidFill>
                <a:latin typeface="KB금융 제목체 Bold"/>
                <a:ea typeface="KB금융 제목체 Bold"/>
                <a:cs typeface="Arial"/>
              </a:rPr>
              <a:t>}</a:t>
            </a:r>
            <a:endParaRPr kumimoji="1" lang="en-US" altLang="ko-KR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KB금융 제목체 Bold"/>
              <a:ea typeface="KB금융 제목체 Bold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953850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9863242"/>
              </p:ext>
            </p:extLst>
          </p:nvPr>
        </p:nvGraphicFramePr>
        <p:xfrm>
          <a:off x="384175" y="1318260"/>
          <a:ext cx="9360000" cy="237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4000">
                  <a:extLst>
                    <a:ext uri="{9D8B030D-6E8A-4147-A177-3AD203B41FA5}">
                      <a16:colId xmlns:a16="http://schemas.microsoft.com/office/drawing/2014/main" val="725910090"/>
                    </a:ext>
                  </a:extLst>
                </a:gridCol>
                <a:gridCol w="612000">
                  <a:extLst>
                    <a:ext uri="{9D8B030D-6E8A-4147-A177-3AD203B41FA5}">
                      <a16:colId xmlns:a16="http://schemas.microsoft.com/office/drawing/2014/main" val="3551166682"/>
                    </a:ext>
                  </a:extLst>
                </a:gridCol>
                <a:gridCol w="5904000">
                  <a:extLst>
                    <a:ext uri="{9D8B030D-6E8A-4147-A177-3AD203B41FA5}">
                      <a16:colId xmlns:a16="http://schemas.microsoft.com/office/drawing/2014/main" val="26363677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901555070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4269724683"/>
                    </a:ext>
                  </a:extLst>
                </a:gridCol>
              </a:tblGrid>
              <a:tr h="3960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latin typeface="KB금융 제목체 Bold" panose="020B0803000000000000" pitchFamily="50" charset="-127"/>
                          <a:ea typeface="KB금융 제목체 Bold" panose="020B0803000000000000" pitchFamily="50" charset="-127"/>
                        </a:rPr>
                        <a:t>일자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5550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latin typeface="KB금융 제목체 Bold" panose="020B0803000000000000" pitchFamily="50" charset="-127"/>
                          <a:ea typeface="KB금융 제목체 Bold" panose="020B0803000000000000" pitchFamily="50" charset="-127"/>
                        </a:rPr>
                        <a:t>버전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5550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latin typeface="KB금융 제목체 Bold" panose="020B0803000000000000" pitchFamily="50" charset="-127"/>
                          <a:ea typeface="KB금융 제목체 Bold" panose="020B0803000000000000" pitchFamily="50" charset="-127"/>
                        </a:rPr>
                        <a:t>주요내용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5550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latin typeface="KB금융 제목체 Bold" panose="020B0803000000000000" pitchFamily="50" charset="-127"/>
                          <a:ea typeface="KB금융 제목체 Bold" panose="020B0803000000000000" pitchFamily="50" charset="-127"/>
                        </a:rPr>
                        <a:t>작성자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5550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>
                          <a:latin typeface="KB금융 제목체 Bold" panose="020B0803000000000000" pitchFamily="50" charset="-127"/>
                          <a:ea typeface="KB금융 제목체 Bold" panose="020B0803000000000000" pitchFamily="50" charset="-127"/>
                        </a:rPr>
                        <a:t>승인자</a:t>
                      </a:r>
                      <a:endParaRPr lang="ko-KR" altLang="en-US" sz="1400" dirty="0">
                        <a:latin typeface="KB금융 제목체 Bold" panose="020B0803000000000000" pitchFamily="50" charset="-127"/>
                        <a:ea typeface="KB금융 제목체 Bold" panose="020B0803000000000000" pitchFamily="50" charset="-127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555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2108991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KB금융 본문체 Bold" panose="020B0803000000000000" pitchFamily="50" charset="-127"/>
                          <a:ea typeface="KB금융 본문체 Bold" panose="020B0803000000000000" pitchFamily="50" charset="-127"/>
                        </a:rPr>
                        <a:t>{</a:t>
                      </a:r>
                      <a:r>
                        <a:rPr lang="ko-KR" altLang="en-US" sz="1200" dirty="0">
                          <a:latin typeface="KB금융 본문체 Bold" panose="020B0803000000000000" pitchFamily="50" charset="-127"/>
                          <a:ea typeface="KB금융 본문체 Bold" panose="020B0803000000000000" pitchFamily="50" charset="-127"/>
                        </a:rPr>
                        <a:t>작성일</a:t>
                      </a:r>
                      <a:r>
                        <a:rPr lang="en-US" altLang="ko-KR" sz="1200" dirty="0">
                          <a:latin typeface="KB금융 본문체 Bold" panose="020B0803000000000000" pitchFamily="50" charset="-127"/>
                          <a:ea typeface="KB금융 본문체 Bold" panose="020B0803000000000000" pitchFamily="50" charset="-127"/>
                        </a:rPr>
                        <a:t>}</a:t>
                      </a:r>
                      <a:endParaRPr lang="ko-KR" altLang="en-US" sz="1200" dirty="0">
                        <a:latin typeface="KB금융 본문체 Bold" panose="020B0803000000000000" pitchFamily="50" charset="-127"/>
                        <a:ea typeface="KB금융 본문체 Bold" panose="020B0803000000000000" pitchFamily="50" charset="-127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KB금융 본문체 Bold" panose="020B0803000000000000" pitchFamily="50" charset="-127"/>
                          <a:ea typeface="KB금융 본문체 Bold" panose="020B0803000000000000" pitchFamily="50" charset="-127"/>
                        </a:rPr>
                        <a:t>0.1</a:t>
                      </a:r>
                      <a:endParaRPr lang="ko-KR" altLang="en-US" sz="1200" dirty="0">
                        <a:latin typeface="KB금융 본문체 Bold" panose="020B0803000000000000" pitchFamily="50" charset="-127"/>
                        <a:ea typeface="KB금융 본문체 Bold" panose="020B0803000000000000" pitchFamily="50" charset="-127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dirty="0">
                          <a:latin typeface="KB금융 본문체 Bold" panose="020B0803000000000000" pitchFamily="50" charset="-127"/>
                          <a:ea typeface="KB금융 본문체 Bold" panose="020B0803000000000000" pitchFamily="50" charset="-127"/>
                        </a:rPr>
                        <a:t>최초 작성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KB금융 본문체 Bold" panose="020B0803000000000000" pitchFamily="50" charset="-127"/>
                          <a:ea typeface="KB금융 본문체 Bold" panose="020B0803000000000000" pitchFamily="50" charset="-127"/>
                        </a:rPr>
                        <a:t>{</a:t>
                      </a:r>
                      <a:r>
                        <a:rPr lang="ko-KR" altLang="en-US" sz="1200" dirty="0">
                          <a:latin typeface="KB금융 본문체 Bold" panose="020B0803000000000000" pitchFamily="50" charset="-127"/>
                          <a:ea typeface="KB금융 본문체 Bold" panose="020B0803000000000000" pitchFamily="50" charset="-127"/>
                        </a:rPr>
                        <a:t>작성자</a:t>
                      </a:r>
                      <a:r>
                        <a:rPr lang="en-US" altLang="ko-KR" sz="1200" dirty="0">
                          <a:latin typeface="KB금융 본문체 Bold" panose="020B0803000000000000" pitchFamily="50" charset="-127"/>
                          <a:ea typeface="KB금융 본문체 Bold" panose="020B0803000000000000" pitchFamily="50" charset="-127"/>
                        </a:rPr>
                        <a:t>}</a:t>
                      </a:r>
                      <a:endParaRPr lang="ko-KR" altLang="en-US" sz="1200" dirty="0">
                        <a:latin typeface="KB금융 본문체 Bold" panose="020B0803000000000000" pitchFamily="50" charset="-127"/>
                        <a:ea typeface="KB금융 본문체 Bold" panose="020B0803000000000000" pitchFamily="50" charset="-127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KB금융 본문체 Bold" panose="020B0803000000000000" pitchFamily="50" charset="-127"/>
                        <a:ea typeface="KB금융 본문체 Bold" panose="020B0803000000000000" pitchFamily="50" charset="-127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4915821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KB금융 본문체 Bold" panose="020B0803000000000000" pitchFamily="50" charset="-127"/>
                        <a:ea typeface="KB금융 본문체 Bold" panose="020B0803000000000000" pitchFamily="50" charset="-127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KB금융 본문체 Bold" panose="020B0803000000000000" pitchFamily="50" charset="-127"/>
                        <a:ea typeface="KB금융 본문체 Bold" panose="020B0803000000000000" pitchFamily="50" charset="-127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200" dirty="0">
                        <a:latin typeface="KB금융 본문체 Bold" panose="020B0803000000000000" pitchFamily="50" charset="-127"/>
                        <a:ea typeface="KB금융 본문체 Bold" panose="020B0803000000000000" pitchFamily="50" charset="-127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KB금융 본문체 Bold" panose="020B0803000000000000" pitchFamily="50" charset="-127"/>
                        <a:ea typeface="KB금융 본문체 Bold" panose="020B0803000000000000" pitchFamily="50" charset="-127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KB금융 본문체 Bold" panose="020B0803000000000000" pitchFamily="50" charset="-127"/>
                        <a:ea typeface="KB금융 본문체 Bold" panose="020B0803000000000000" pitchFamily="50" charset="-127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3123717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KB금융 본문체 Bold" panose="020B0803000000000000" pitchFamily="50" charset="-127"/>
                        <a:ea typeface="KB금융 본문체 Bold" panose="020B0803000000000000" pitchFamily="50" charset="-127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KB금융 본문체 Bold" panose="020B0803000000000000" pitchFamily="50" charset="-127"/>
                        <a:ea typeface="KB금융 본문체 Bold" panose="020B0803000000000000" pitchFamily="50" charset="-127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200" dirty="0">
                        <a:latin typeface="KB금융 본문체 Bold" panose="020B0803000000000000" pitchFamily="50" charset="-127"/>
                        <a:ea typeface="KB금융 본문체 Bold" panose="020B0803000000000000" pitchFamily="50" charset="-127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KB금융 본문체 Bold" panose="020B0803000000000000" pitchFamily="50" charset="-127"/>
                        <a:ea typeface="KB금융 본문체 Bold" panose="020B0803000000000000" pitchFamily="50" charset="-127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KB금융 본문체 Bold" panose="020B0803000000000000" pitchFamily="50" charset="-127"/>
                        <a:ea typeface="KB금융 본문체 Bold" panose="020B0803000000000000" pitchFamily="50" charset="-127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1881501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KB금융 본문체 Bold" panose="020B0803000000000000" pitchFamily="50" charset="-127"/>
                        <a:ea typeface="KB금융 본문체 Bold" panose="020B0803000000000000" pitchFamily="50" charset="-127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KB금융 본문체 Bold" panose="020B0803000000000000" pitchFamily="50" charset="-127"/>
                        <a:ea typeface="KB금융 본문체 Bold" panose="020B0803000000000000" pitchFamily="50" charset="-127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200" dirty="0">
                        <a:latin typeface="KB금융 본문체 Bold" panose="020B0803000000000000" pitchFamily="50" charset="-127"/>
                        <a:ea typeface="KB금융 본문체 Bold" panose="020B0803000000000000" pitchFamily="50" charset="-127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KB금융 본문체 Bold" panose="020B0803000000000000" pitchFamily="50" charset="-127"/>
                        <a:ea typeface="KB금융 본문체 Bold" panose="020B0803000000000000" pitchFamily="50" charset="-127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KB금융 본문체 Bold" panose="020B0803000000000000" pitchFamily="50" charset="-127"/>
                        <a:ea typeface="KB금융 본문체 Bold" panose="020B0803000000000000" pitchFamily="50" charset="-127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0969746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KB금융 본문체 Bold" panose="020B0803000000000000" pitchFamily="50" charset="-127"/>
                        <a:ea typeface="KB금융 본문체 Bold" panose="020B0803000000000000" pitchFamily="50" charset="-127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KB금융 본문체 Bold" panose="020B0803000000000000" pitchFamily="50" charset="-127"/>
                        <a:ea typeface="KB금융 본문체 Bold" panose="020B0803000000000000" pitchFamily="50" charset="-127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200" dirty="0">
                        <a:latin typeface="KB금융 본문체 Bold" panose="020B0803000000000000" pitchFamily="50" charset="-127"/>
                        <a:ea typeface="KB금융 본문체 Bold" panose="020B0803000000000000" pitchFamily="50" charset="-127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KB금융 본문체 Bold" panose="020B0803000000000000" pitchFamily="50" charset="-127"/>
                        <a:ea typeface="KB금융 본문체 Bold" panose="020B0803000000000000" pitchFamily="50" charset="-127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KB금융 본문체 Bold" panose="020B0803000000000000" pitchFamily="50" charset="-127"/>
                        <a:ea typeface="KB금융 본문체 Bold" panose="020B0803000000000000" pitchFamily="50" charset="-127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18306260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515F0961-B800-FC05-05E5-3ADD07D424DB}"/>
              </a:ext>
            </a:extLst>
          </p:cNvPr>
          <p:cNvSpPr/>
          <p:nvPr/>
        </p:nvSpPr>
        <p:spPr>
          <a:xfrm>
            <a:off x="384175" y="908050"/>
            <a:ext cx="1757495" cy="288000"/>
          </a:xfrm>
          <a:prstGeom prst="rect">
            <a:avLst/>
          </a:prstGeom>
          <a:solidFill>
            <a:srgbClr val="755500"/>
          </a:solidFill>
          <a:ln w="9525">
            <a:solidFill>
              <a:srgbClr val="00338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82935" tIns="41468" rIns="82935" bIns="4146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KB금융 본문체 Medium"/>
                <a:ea typeface="KB금융 본문체 Medium"/>
                <a:cs typeface="+mn-cs"/>
              </a:rPr>
              <a:t>개정이력</a:t>
            </a:r>
            <a:endParaRPr kumimoji="1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B금융 본문체 Medium"/>
              <a:ea typeface="KB금융 본문체 Medium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164604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2" name="표 3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03577472"/>
              </p:ext>
            </p:extLst>
          </p:nvPr>
        </p:nvGraphicFramePr>
        <p:xfrm>
          <a:off x="92077" y="58190"/>
          <a:ext cx="9720001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7178">
                  <a:extLst>
                    <a:ext uri="{9D8B030D-6E8A-4147-A177-3AD203B41FA5}">
                      <a16:colId xmlns:a16="http://schemas.microsoft.com/office/drawing/2014/main" val="715996338"/>
                    </a:ext>
                  </a:extLst>
                </a:gridCol>
                <a:gridCol w="2321064">
                  <a:extLst>
                    <a:ext uri="{9D8B030D-6E8A-4147-A177-3AD203B41FA5}">
                      <a16:colId xmlns:a16="http://schemas.microsoft.com/office/drawing/2014/main" val="1402450884"/>
                    </a:ext>
                  </a:extLst>
                </a:gridCol>
                <a:gridCol w="995021">
                  <a:extLst>
                    <a:ext uri="{9D8B030D-6E8A-4147-A177-3AD203B41FA5}">
                      <a16:colId xmlns:a16="http://schemas.microsoft.com/office/drawing/2014/main" val="1880816523"/>
                    </a:ext>
                  </a:extLst>
                </a:gridCol>
                <a:gridCol w="1728913">
                  <a:extLst>
                    <a:ext uri="{9D8B030D-6E8A-4147-A177-3AD203B41FA5}">
                      <a16:colId xmlns:a16="http://schemas.microsoft.com/office/drawing/2014/main" val="553562897"/>
                    </a:ext>
                  </a:extLst>
                </a:gridCol>
                <a:gridCol w="1283065">
                  <a:extLst>
                    <a:ext uri="{9D8B030D-6E8A-4147-A177-3AD203B41FA5}">
                      <a16:colId xmlns:a16="http://schemas.microsoft.com/office/drawing/2014/main" val="1446142073"/>
                    </a:ext>
                  </a:extLst>
                </a:gridCol>
                <a:gridCol w="2174760">
                  <a:extLst>
                    <a:ext uri="{9D8B030D-6E8A-4147-A177-3AD203B41FA5}">
                      <a16:colId xmlns:a16="http://schemas.microsoft.com/office/drawing/2014/main" val="852965059"/>
                    </a:ext>
                  </a:extLst>
                </a:gridCol>
              </a:tblGrid>
              <a:tr h="232650">
                <a:tc>
                  <a:txBody>
                    <a:bodyPr/>
                    <a:lstStyle/>
                    <a:p>
                      <a:pPr marL="0" algn="ctr" defTabSz="914395" rtl="0" eaLnBrk="1" latinLnBrk="1" hangingPunct="1"/>
                      <a:r>
                        <a:rPr lang="ko-KR" altLang="en-US" sz="1200" kern="1200" dirty="0">
                          <a:solidFill>
                            <a:schemeClr val="bg1"/>
                          </a:solidFill>
                          <a:latin typeface="KB금융 본문체 Bold" panose="020B0803000000000000" pitchFamily="50" charset="-127"/>
                          <a:ea typeface="KB금융 본문체 Bold" panose="020B0803000000000000" pitchFamily="50" charset="-127"/>
                          <a:cs typeface="+mn-cs"/>
                        </a:rPr>
                        <a:t>요구사항</a:t>
                      </a:r>
                      <a:r>
                        <a:rPr lang="en-US" altLang="ko-KR" sz="1200" kern="1200" dirty="0">
                          <a:solidFill>
                            <a:schemeClr val="bg1"/>
                          </a:solidFill>
                          <a:latin typeface="KB금융 본문체 Bold" panose="020B0803000000000000" pitchFamily="50" charset="-127"/>
                          <a:ea typeface="KB금융 본문체 Bold" panose="020B0803000000000000" pitchFamily="50" charset="-127"/>
                          <a:cs typeface="+mn-cs"/>
                        </a:rPr>
                        <a:t>ID</a:t>
                      </a:r>
                      <a:endParaRPr lang="ko-KR" altLang="en-US" sz="1200" kern="1200" dirty="0">
                        <a:solidFill>
                          <a:schemeClr val="bg1"/>
                        </a:solidFill>
                        <a:latin typeface="KB금융 본문체 Bold" panose="020B0803000000000000" pitchFamily="50" charset="-127"/>
                        <a:ea typeface="KB금융 본문체 Bold" panose="020B0803000000000000" pitchFamily="50" charset="-127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555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395" rtl="0" eaLnBrk="1" latinLnBrk="1" hangingPunct="1"/>
                      <a:r>
                        <a:rPr lang="en-US" altLang="ko-KR" sz="1200" b="1" kern="1200" dirty="0">
                          <a:solidFill>
                            <a:schemeClr val="dk1"/>
                          </a:solidFill>
                          <a:latin typeface="KB금융 본문체 Bold" panose="020B0803000000000000" pitchFamily="50" charset="-127"/>
                          <a:ea typeface="KB금융 본문체 Bold" panose="020B0803000000000000" pitchFamily="50" charset="-127"/>
                          <a:cs typeface="+mn-cs"/>
                        </a:rPr>
                        <a:t>{</a:t>
                      </a:r>
                      <a:r>
                        <a:rPr lang="ko-KR" altLang="en-US" sz="1200" b="1" kern="1200" dirty="0">
                          <a:solidFill>
                            <a:schemeClr val="dk1"/>
                          </a:solidFill>
                          <a:latin typeface="KB금융 본문체 Bold" panose="020B0803000000000000" pitchFamily="50" charset="-127"/>
                          <a:ea typeface="KB금융 본문체 Bold" panose="020B0803000000000000" pitchFamily="50" charset="-127"/>
                          <a:cs typeface="+mn-cs"/>
                        </a:rPr>
                        <a:t>요구사항</a:t>
                      </a:r>
                      <a:r>
                        <a:rPr lang="en-US" altLang="ko-KR" sz="1200" b="1" kern="1200" dirty="0">
                          <a:solidFill>
                            <a:schemeClr val="dk1"/>
                          </a:solidFill>
                          <a:latin typeface="KB금융 본문체 Bold" panose="020B0803000000000000" pitchFamily="50" charset="-127"/>
                          <a:ea typeface="KB금융 본문체 Bold" panose="020B0803000000000000" pitchFamily="50" charset="-127"/>
                          <a:cs typeface="+mn-cs"/>
                        </a:rPr>
                        <a:t>ID}</a:t>
                      </a:r>
                      <a:endParaRPr lang="en-US" altLang="ko-KR" sz="1200" kern="1200" dirty="0">
                        <a:solidFill>
                          <a:schemeClr val="dk1"/>
                        </a:solidFill>
                        <a:latin typeface="KB금융 본문체 Bold" panose="020B0803000000000000" pitchFamily="50" charset="-127"/>
                        <a:ea typeface="KB금융 본문체 Bold" panose="020B0803000000000000" pitchFamily="50" charset="-127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395" rtl="0" eaLnBrk="1" latinLnBrk="1" hangingPunct="1"/>
                      <a:r>
                        <a:rPr lang="ko-KR" altLang="en-US" sz="1200" kern="1200" dirty="0">
                          <a:solidFill>
                            <a:schemeClr val="bg1"/>
                          </a:solidFill>
                          <a:latin typeface="KB금융 본문체 Bold" panose="020B0803000000000000" pitchFamily="50" charset="-127"/>
                          <a:ea typeface="KB금융 본문체 Bold" panose="020B0803000000000000" pitchFamily="50" charset="-127"/>
                          <a:cs typeface="+mn-cs"/>
                        </a:rPr>
                        <a:t>화면</a:t>
                      </a:r>
                      <a:r>
                        <a:rPr lang="en-US" altLang="ko-KR" sz="1200" kern="1200" dirty="0">
                          <a:solidFill>
                            <a:schemeClr val="bg1"/>
                          </a:solidFill>
                          <a:latin typeface="KB금융 본문체 Bold" panose="020B0803000000000000" pitchFamily="50" charset="-127"/>
                          <a:ea typeface="KB금융 본문체 Bold" panose="020B0803000000000000" pitchFamily="50" charset="-127"/>
                          <a:cs typeface="+mn-cs"/>
                        </a:rPr>
                        <a:t>ID</a:t>
                      </a:r>
                      <a:endParaRPr lang="ko-KR" altLang="en-US" sz="1200" kern="1200" dirty="0">
                        <a:solidFill>
                          <a:schemeClr val="dk1"/>
                        </a:solidFill>
                        <a:latin typeface="KB금융 본문체 Bold" panose="020B0803000000000000" pitchFamily="50" charset="-127"/>
                        <a:ea typeface="KB금융 본문체 Bold" panose="020B0803000000000000" pitchFamily="50" charset="-127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555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kern="1200" dirty="0">
                          <a:solidFill>
                            <a:schemeClr val="dk1"/>
                          </a:solidFill>
                          <a:latin typeface="KB금융 본문체 Bold" panose="020B0803000000000000" pitchFamily="50" charset="-127"/>
                          <a:ea typeface="KB금융 본문체 Bold" panose="020B0803000000000000" pitchFamily="50" charset="-127"/>
                          <a:cs typeface="+mn-cs"/>
                        </a:rPr>
                        <a:t>{</a:t>
                      </a:r>
                      <a:r>
                        <a:rPr lang="ko-KR" altLang="en-US" sz="1200" kern="1200" dirty="0">
                          <a:solidFill>
                            <a:schemeClr val="dk1"/>
                          </a:solidFill>
                          <a:latin typeface="KB금융 본문체 Bold" panose="020B0803000000000000" pitchFamily="50" charset="-127"/>
                          <a:ea typeface="KB금융 본문체 Bold" panose="020B0803000000000000" pitchFamily="50" charset="-127"/>
                          <a:cs typeface="+mn-cs"/>
                        </a:rPr>
                        <a:t>화면</a:t>
                      </a:r>
                      <a:r>
                        <a:rPr lang="en-US" altLang="ko-KR" sz="1200" kern="1200" dirty="0">
                          <a:solidFill>
                            <a:schemeClr val="dk1"/>
                          </a:solidFill>
                          <a:latin typeface="KB금융 본문체 Bold" panose="020B0803000000000000" pitchFamily="50" charset="-127"/>
                          <a:ea typeface="KB금융 본문체 Bold" panose="020B0803000000000000" pitchFamily="50" charset="-127"/>
                          <a:cs typeface="+mn-cs"/>
                        </a:rPr>
                        <a:t>ID}</a:t>
                      </a:r>
                      <a:endParaRPr lang="ko-KR" altLang="en-US" sz="12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dirty="0"/>
                        <a:t>서브시스템명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555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1" kern="1200" dirty="0">
                          <a:solidFill>
                            <a:schemeClr val="dk1"/>
                          </a:solidFill>
                          <a:ea typeface="KB금융 본문체 Bold" panose="020B0803000000000000" pitchFamily="50" charset="-127"/>
                          <a:cs typeface="+mn-cs"/>
                        </a:rPr>
                        <a:t>{</a:t>
                      </a:r>
                      <a:r>
                        <a:rPr lang="ko-KR" altLang="en-US" sz="1200" b="1" kern="1200" dirty="0">
                          <a:solidFill>
                            <a:schemeClr val="dk1"/>
                          </a:solidFill>
                          <a:ea typeface="KB금융 본문체 Bold" panose="020B0803000000000000" pitchFamily="50" charset="-127"/>
                          <a:cs typeface="+mn-cs"/>
                        </a:rPr>
                        <a:t>서브시스템명</a:t>
                      </a:r>
                      <a:r>
                        <a:rPr lang="en-US" altLang="ko-KR" sz="1200" b="1" kern="1200" dirty="0">
                          <a:solidFill>
                            <a:schemeClr val="dk1"/>
                          </a:solidFill>
                          <a:ea typeface="KB금융 본문체 Bold" panose="020B0803000000000000" pitchFamily="50" charset="-127"/>
                          <a:cs typeface="+mn-cs"/>
                        </a:rPr>
                        <a:t>}</a:t>
                      </a:r>
                      <a:endParaRPr lang="ko-KR" altLang="en-US" sz="1200" b="1" kern="1200" dirty="0">
                        <a:solidFill>
                          <a:schemeClr val="dk1"/>
                        </a:solidFill>
                        <a:ea typeface="KB금융 본문체 Bold" panose="020B0803000000000000" pitchFamily="50" charset="-127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3460939"/>
                  </a:ext>
                </a:extLst>
              </a:tr>
              <a:tr h="258339">
                <a:tc>
                  <a:txBody>
                    <a:bodyPr/>
                    <a:lstStyle/>
                    <a:p>
                      <a:pPr marL="0" algn="ctr" defTabSz="914395" rtl="0" eaLnBrk="1" latinLnBrk="1" hangingPunct="1"/>
                      <a:r>
                        <a:rPr lang="ko-KR" altLang="en-US" sz="1050" kern="1200" dirty="0">
                          <a:solidFill>
                            <a:schemeClr val="bg1"/>
                          </a:solidFill>
                          <a:latin typeface="KB금융 본문체 Bold" panose="020B0803000000000000" pitchFamily="50" charset="-127"/>
                          <a:ea typeface="KB금융 본문체 Bold" panose="020B0803000000000000" pitchFamily="50" charset="-127"/>
                          <a:cs typeface="+mn-cs"/>
                        </a:rPr>
                        <a:t>화면명</a:t>
                      </a:r>
                      <a:endParaRPr lang="ko-KR" altLang="en-US" sz="1200" kern="1200" dirty="0">
                        <a:solidFill>
                          <a:schemeClr val="bg1"/>
                        </a:solidFill>
                        <a:latin typeface="KB금융 본문체 Bold" panose="020B0803000000000000" pitchFamily="50" charset="-127"/>
                        <a:ea typeface="KB금융 본문체 Bold" panose="020B0803000000000000" pitchFamily="50" charset="-127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555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395" rtl="0" eaLnBrk="1" latinLnBrk="1" hangingPunct="1"/>
                      <a:r>
                        <a:rPr lang="en-US" altLang="ko-KR" sz="1200" kern="1200" dirty="0">
                          <a:solidFill>
                            <a:schemeClr val="dk1"/>
                          </a:solidFill>
                          <a:latin typeface="KB금융 본문체 Bold" panose="020B0803000000000000" pitchFamily="50" charset="-127"/>
                          <a:ea typeface="KB금융 본문체 Bold" panose="020B0803000000000000" pitchFamily="50" charset="-127"/>
                          <a:cs typeface="+mn-cs"/>
                        </a:rPr>
                        <a:t>{</a:t>
                      </a:r>
                      <a:r>
                        <a:rPr lang="ko-KR" altLang="en-US" sz="1200" kern="1200" dirty="0" err="1">
                          <a:solidFill>
                            <a:schemeClr val="dk1"/>
                          </a:solidFill>
                          <a:latin typeface="KB금융 본문체 Bold" panose="020B0803000000000000" pitchFamily="50" charset="-127"/>
                          <a:ea typeface="KB금융 본문체 Bold" panose="020B0803000000000000" pitchFamily="50" charset="-127"/>
                          <a:cs typeface="+mn-cs"/>
                        </a:rPr>
                        <a:t>화면명</a:t>
                      </a:r>
                      <a:r>
                        <a:rPr lang="en-US" altLang="ko-KR" sz="1200" kern="1200" dirty="0">
                          <a:solidFill>
                            <a:schemeClr val="dk1"/>
                          </a:solidFill>
                          <a:latin typeface="KB금융 본문체 Bold" panose="020B0803000000000000" pitchFamily="50" charset="-127"/>
                          <a:ea typeface="KB금융 본문체 Bold" panose="020B0803000000000000" pitchFamily="50" charset="-127"/>
                          <a:cs typeface="+mn-cs"/>
                        </a:rPr>
                        <a:t>}</a:t>
                      </a:r>
                      <a:endParaRPr lang="ko-KR" altLang="en-US" sz="1200" kern="1200" dirty="0">
                        <a:solidFill>
                          <a:schemeClr val="dk1"/>
                        </a:solidFill>
                        <a:latin typeface="KB금융 본문체 Bold" panose="020B0803000000000000" pitchFamily="50" charset="-127"/>
                        <a:ea typeface="KB금융 본문체 Bold" panose="020B0803000000000000" pitchFamily="50" charset="-127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395" rtl="0" eaLnBrk="1" latinLnBrk="1" hangingPunct="1"/>
                      <a:r>
                        <a:rPr lang="ko-KR" altLang="en-US" sz="1050" kern="1200" dirty="0">
                          <a:solidFill>
                            <a:schemeClr val="bg1"/>
                          </a:solidFill>
                          <a:latin typeface="KB금융 본문체 Bold" panose="020B0803000000000000" pitchFamily="50" charset="-127"/>
                          <a:ea typeface="KB금융 본문체 Bold" panose="020B0803000000000000" pitchFamily="50" charset="-127"/>
                          <a:cs typeface="+mn-cs"/>
                        </a:rPr>
                        <a:t>메뉴위치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55500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algn="l" defTabSz="914395" rtl="0" eaLnBrk="1" latinLnBrk="1" hangingPunct="1"/>
                      <a:r>
                        <a:rPr lang="en-US" altLang="ko-KR" sz="1050" kern="1200" dirty="0">
                          <a:solidFill>
                            <a:schemeClr val="dk1"/>
                          </a:solidFill>
                          <a:latin typeface="KB금융 본문체 Bold" panose="020B0803000000000000" pitchFamily="50" charset="-127"/>
                          <a:ea typeface="KB금융 본문체 Bold" panose="020B0803000000000000" pitchFamily="50" charset="-127"/>
                          <a:cs typeface="+mn-cs"/>
                        </a:rPr>
                        <a:t>{</a:t>
                      </a:r>
                      <a:r>
                        <a:rPr lang="ko-KR" altLang="en-US" sz="1050" kern="1200" dirty="0">
                          <a:solidFill>
                            <a:schemeClr val="dk1"/>
                          </a:solidFill>
                          <a:latin typeface="KB금융 본문체 Bold" panose="020B0803000000000000" pitchFamily="50" charset="-127"/>
                          <a:ea typeface="KB금융 본문체 Bold" panose="020B0803000000000000" pitchFamily="50" charset="-127"/>
                          <a:cs typeface="+mn-cs"/>
                        </a:rPr>
                        <a:t>메뉴위치</a:t>
                      </a:r>
                      <a:r>
                        <a:rPr lang="en-US" altLang="ko-KR" sz="1050" kern="1200" dirty="0">
                          <a:solidFill>
                            <a:schemeClr val="dk1"/>
                          </a:solidFill>
                          <a:latin typeface="KB금융 본문체 Bold" panose="020B0803000000000000" pitchFamily="50" charset="-127"/>
                          <a:ea typeface="KB금융 본문체 Bold" panose="020B0803000000000000" pitchFamily="50" charset="-127"/>
                          <a:cs typeface="+mn-cs"/>
                        </a:rPr>
                        <a:t>}</a:t>
                      </a:r>
                      <a:endParaRPr lang="ko-KR" altLang="en-US" sz="1050" kern="1200" dirty="0">
                        <a:solidFill>
                          <a:schemeClr val="tx1"/>
                        </a:solidFill>
                        <a:latin typeface="KB금융 본문체 Bold" panose="020B0803000000000000" pitchFamily="50" charset="-127"/>
                        <a:ea typeface="KB금융 본문체 Bold" panose="020B0803000000000000" pitchFamily="50" charset="-127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91860403"/>
                  </a:ext>
                </a:extLst>
              </a:tr>
            </a:tbl>
          </a:graphicData>
        </a:graphic>
      </p:graphicFrame>
      <p:graphicFrame>
        <p:nvGraphicFramePr>
          <p:cNvPr id="69" name="표 6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2282479"/>
              </p:ext>
            </p:extLst>
          </p:nvPr>
        </p:nvGraphicFramePr>
        <p:xfrm>
          <a:off x="7207250" y="662793"/>
          <a:ext cx="2606675" cy="459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9242">
                  <a:extLst>
                    <a:ext uri="{9D8B030D-6E8A-4147-A177-3AD203B41FA5}">
                      <a16:colId xmlns:a16="http://schemas.microsoft.com/office/drawing/2014/main" val="2930748829"/>
                    </a:ext>
                  </a:extLst>
                </a:gridCol>
                <a:gridCol w="2257433">
                  <a:extLst>
                    <a:ext uri="{9D8B030D-6E8A-4147-A177-3AD203B41FA5}">
                      <a16:colId xmlns:a16="http://schemas.microsoft.com/office/drawing/2014/main" val="3296809427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KB금융 제목체 Bold" panose="020B0803000000000000" pitchFamily="50" charset="-127"/>
                          <a:ea typeface="KB금융 제목체 Bold" panose="020B0803000000000000" pitchFamily="50" charset="-127"/>
                        </a:rPr>
                        <a:t>Description</a:t>
                      </a:r>
                      <a:endParaRPr lang="ko-KR" altLang="en-US" sz="1200" dirty="0">
                        <a:latin typeface="KB금융 제목체 Bold" panose="020B0803000000000000" pitchFamily="50" charset="-127"/>
                        <a:ea typeface="KB금융 제목체 Bold" panose="020B0803000000000000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1368192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KB금융 본문체 Medium" panose="020B0603000000000000" pitchFamily="50" charset="-127"/>
                          <a:ea typeface="KB금융 본문체 Medium" panose="020B0603000000000000" pitchFamily="50" charset="-127"/>
                        </a:rPr>
                        <a:t>1</a:t>
                      </a:r>
                      <a:endParaRPr lang="ko-KR" altLang="en-US" sz="800" dirty="0">
                        <a:latin typeface="KB금융 본문체 Medium" panose="020B0603000000000000" pitchFamily="50" charset="-127"/>
                        <a:ea typeface="KB금융 본문체 Medium" panose="020B0603000000000000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>
                        <a:latin typeface="KB금융 본문체 Medium" panose="020B0603000000000000" pitchFamily="50" charset="-127"/>
                        <a:ea typeface="KB금융 본문체 Medium" panose="020B0603000000000000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74187556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KB금융 본문체 Medium" panose="020B0603000000000000" pitchFamily="50" charset="-127"/>
                          <a:ea typeface="KB금융 본문체 Medium" panose="020B0603000000000000" pitchFamily="50" charset="-127"/>
                        </a:rPr>
                        <a:t>2</a:t>
                      </a:r>
                      <a:endParaRPr lang="ko-KR" altLang="en-US" sz="800" dirty="0">
                        <a:latin typeface="KB금융 본문체 Medium" panose="020B0603000000000000" pitchFamily="50" charset="-127"/>
                        <a:ea typeface="KB금융 본문체 Medium" panose="020B0603000000000000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kern="1200" dirty="0">
                        <a:solidFill>
                          <a:schemeClr val="dk1"/>
                        </a:solidFill>
                        <a:latin typeface="KB금융 본문체 Medium" panose="020B0603000000000000" pitchFamily="50" charset="-127"/>
                        <a:ea typeface="KB금융 본문체 Medium" panose="020B0603000000000000" pitchFamily="50" charset="-127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1211275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KB금융 본문체 Medium" panose="020B0603000000000000" pitchFamily="50" charset="-127"/>
                          <a:ea typeface="KB금융 본문체 Medium" panose="020B0603000000000000" pitchFamily="50" charset="-127"/>
                        </a:rPr>
                        <a:t>3</a:t>
                      </a:r>
                      <a:endParaRPr lang="ko-KR" altLang="en-US" sz="800" dirty="0">
                        <a:latin typeface="KB금융 본문체 Medium" panose="020B0603000000000000" pitchFamily="50" charset="-127"/>
                        <a:ea typeface="KB금융 본문체 Medium" panose="020B0603000000000000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kern="1200" dirty="0">
                        <a:solidFill>
                          <a:schemeClr val="dk1"/>
                        </a:solidFill>
                        <a:latin typeface="KB금융 본문체 Medium" panose="020B0603000000000000" pitchFamily="50" charset="-127"/>
                        <a:ea typeface="KB금융 본문체 Medium" panose="020B0603000000000000" pitchFamily="50" charset="-127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2139932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KB금융 본문체 Medium" panose="020B0603000000000000" pitchFamily="50" charset="-127"/>
                          <a:ea typeface="KB금융 본문체 Medium" panose="020B0603000000000000" pitchFamily="50" charset="-127"/>
                        </a:rPr>
                        <a:t>4</a:t>
                      </a:r>
                      <a:endParaRPr lang="ko-KR" altLang="en-US" sz="800" dirty="0">
                        <a:latin typeface="KB금융 본문체 Medium" panose="020B0603000000000000" pitchFamily="50" charset="-127"/>
                        <a:ea typeface="KB금융 본문체 Medium" panose="020B0603000000000000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kern="1200" dirty="0">
                        <a:solidFill>
                          <a:schemeClr val="dk1"/>
                        </a:solidFill>
                        <a:latin typeface="KB금융 본문체 Medium" panose="020B0603000000000000" pitchFamily="50" charset="-127"/>
                        <a:ea typeface="KB금융 본문체 Medium" panose="020B0603000000000000" pitchFamily="50" charset="-127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176632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KB금융 본문체 Medium" panose="020B0603000000000000" pitchFamily="50" charset="-127"/>
                          <a:ea typeface="KB금융 본문체 Medium" panose="020B0603000000000000" pitchFamily="50" charset="-127"/>
                        </a:rPr>
                        <a:t>5</a:t>
                      </a:r>
                      <a:endParaRPr lang="ko-KR" altLang="en-US" sz="800" dirty="0">
                        <a:latin typeface="KB금융 본문체 Medium" panose="020B0603000000000000" pitchFamily="50" charset="-127"/>
                        <a:ea typeface="KB금융 본문체 Medium" panose="020B0603000000000000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buFontTx/>
                        <a:buNone/>
                      </a:pPr>
                      <a:endParaRPr lang="ko-KR" altLang="en-US" sz="800" kern="1200" dirty="0">
                        <a:solidFill>
                          <a:schemeClr val="dk1"/>
                        </a:solidFill>
                        <a:latin typeface="KB금융 본문체 Medium" panose="020B0603000000000000" pitchFamily="50" charset="-127"/>
                        <a:ea typeface="KB금융 본문체 Medium" panose="020B0603000000000000" pitchFamily="50" charset="-127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44289177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KB금융 본문체 Medium" panose="020B0603000000000000" pitchFamily="50" charset="-127"/>
                          <a:ea typeface="KB금융 본문체 Medium" panose="020B0603000000000000" pitchFamily="50" charset="-127"/>
                        </a:rPr>
                        <a:t>6</a:t>
                      </a:r>
                      <a:endParaRPr lang="ko-KR" altLang="en-US" sz="800" dirty="0">
                        <a:latin typeface="KB금융 본문체 Medium" panose="020B0603000000000000" pitchFamily="50" charset="-127"/>
                        <a:ea typeface="KB금융 본문체 Medium" panose="020B0603000000000000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kern="1200" dirty="0">
                        <a:solidFill>
                          <a:schemeClr val="dk1"/>
                        </a:solidFill>
                        <a:latin typeface="KB금융 본문체 Medium" panose="020B0603000000000000" pitchFamily="50" charset="-127"/>
                        <a:ea typeface="KB금융 본문체 Medium" panose="020B0603000000000000" pitchFamily="50" charset="-127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5344835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KB금융 본문체 Medium" panose="020B0603000000000000" pitchFamily="50" charset="-127"/>
                          <a:ea typeface="KB금융 본문체 Medium" panose="020B0603000000000000" pitchFamily="50" charset="-127"/>
                        </a:rPr>
                        <a:t>7</a:t>
                      </a:r>
                      <a:endParaRPr lang="ko-KR" altLang="en-US" sz="800" dirty="0">
                        <a:latin typeface="KB금융 본문체 Medium" panose="020B0603000000000000" pitchFamily="50" charset="-127"/>
                        <a:ea typeface="KB금융 본문체 Medium" panose="020B0603000000000000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kern="1200" dirty="0">
                        <a:solidFill>
                          <a:schemeClr val="dk1"/>
                        </a:solidFill>
                        <a:latin typeface="KB금융 본문체 Medium" panose="020B0603000000000000" pitchFamily="50" charset="-127"/>
                        <a:ea typeface="KB금융 본문체 Medium" panose="020B0603000000000000" pitchFamily="50" charset="-127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4750493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KB금융 본문체 Medium" panose="020B0603000000000000" pitchFamily="50" charset="-127"/>
                          <a:ea typeface="KB금융 본문체 Medium" panose="020B0603000000000000" pitchFamily="50" charset="-127"/>
                        </a:rPr>
                        <a:t>8</a:t>
                      </a:r>
                      <a:endParaRPr lang="ko-KR" altLang="en-US" sz="800" dirty="0">
                        <a:latin typeface="KB금융 본문체 Medium" panose="020B0603000000000000" pitchFamily="50" charset="-127"/>
                        <a:ea typeface="KB금융 본문체 Medium" panose="020B0603000000000000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kern="1200" dirty="0">
                        <a:solidFill>
                          <a:schemeClr val="dk1"/>
                        </a:solidFill>
                        <a:latin typeface="KB금융 본문체 Medium" panose="020B0603000000000000" pitchFamily="50" charset="-127"/>
                        <a:ea typeface="KB금융 본문체 Medium" panose="020B0603000000000000" pitchFamily="50" charset="-127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23161501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KB금융 본문체 Medium" panose="020B0603000000000000" pitchFamily="50" charset="-127"/>
                          <a:ea typeface="KB금융 본문체 Medium" panose="020B0603000000000000" pitchFamily="50" charset="-127"/>
                        </a:rPr>
                        <a:t>9</a:t>
                      </a:r>
                      <a:endParaRPr lang="ko-KR" altLang="en-US" sz="800" dirty="0">
                        <a:latin typeface="KB금융 본문체 Medium" panose="020B0603000000000000" pitchFamily="50" charset="-127"/>
                        <a:ea typeface="KB금융 본문체 Medium" panose="020B0603000000000000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kern="1200" dirty="0">
                        <a:solidFill>
                          <a:schemeClr val="dk1"/>
                        </a:solidFill>
                        <a:latin typeface="KB금융 본문체 Medium" panose="020B0603000000000000" pitchFamily="50" charset="-127"/>
                        <a:ea typeface="KB금융 본문체 Medium" panose="020B0603000000000000" pitchFamily="50" charset="-127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45328287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KB금융 본문체 Medium" panose="020B0603000000000000" pitchFamily="50" charset="-127"/>
                          <a:ea typeface="KB금융 본문체 Medium" panose="020B0603000000000000" pitchFamily="50" charset="-127"/>
                        </a:rPr>
                        <a:t>10</a:t>
                      </a:r>
                      <a:endParaRPr lang="ko-KR" altLang="en-US" sz="800" dirty="0">
                        <a:latin typeface="KB금융 본문체 Medium" panose="020B0603000000000000" pitchFamily="50" charset="-127"/>
                        <a:ea typeface="KB금융 본문체 Medium" panose="020B0603000000000000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kern="1200" dirty="0">
                        <a:solidFill>
                          <a:schemeClr val="dk1"/>
                        </a:solidFill>
                        <a:latin typeface="KB금융 본문체 Medium" panose="020B0603000000000000" pitchFamily="50" charset="-127"/>
                        <a:ea typeface="KB금융 본문체 Medium" panose="020B0603000000000000" pitchFamily="50" charset="-127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02742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57533949"/>
      </p:ext>
    </p:extLst>
  </p:cSld>
  <p:clrMapOvr>
    <a:masterClrMapping/>
  </p:clrMapOvr>
</p:sld>
</file>

<file path=ppt/theme/theme1.xml><?xml version="1.0" encoding="utf-8"?>
<a:theme xmlns:a="http://schemas.openxmlformats.org/drawingml/2006/main" name="2_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Arial"/>
        <a:cs typeface="Arial"/>
      </a:majorFont>
      <a:minorFont>
        <a:latin typeface="맑은 고딕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2_cdb2004192l">
  <a:themeElements>
    <a:clrScheme name="New KPMG">
      <a:dk1>
        <a:srgbClr val="000000"/>
      </a:dk1>
      <a:lt1>
        <a:sysClr val="window" lastClr="FFFFFF"/>
      </a:lt1>
      <a:dk2>
        <a:srgbClr val="00338D"/>
      </a:dk2>
      <a:lt2>
        <a:srgbClr val="F0F0F0"/>
      </a:lt2>
      <a:accent1>
        <a:srgbClr val="0091DA"/>
      </a:accent1>
      <a:accent2>
        <a:srgbClr val="6D2077"/>
      </a:accent2>
      <a:accent3>
        <a:srgbClr val="005EB8"/>
      </a:accent3>
      <a:accent4>
        <a:srgbClr val="00A3A1"/>
      </a:accent4>
      <a:accent5>
        <a:srgbClr val="EAAA00"/>
      </a:accent5>
      <a:accent6>
        <a:srgbClr val="43B02A"/>
      </a:accent6>
      <a:hlink>
        <a:srgbClr val="0091DA"/>
      </a:hlink>
      <a:folHlink>
        <a:srgbClr val="0091DA"/>
      </a:folHlink>
    </a:clrScheme>
    <a:fontScheme name="cdb2004192l">
      <a:majorFont>
        <a:latin typeface="맑은 고딕"/>
        <a:ea typeface="맑은 고딕"/>
        <a:cs typeface=""/>
      </a:majorFont>
      <a:minorFont>
        <a:latin typeface="Optima"/>
        <a:ea typeface="맑은 고딕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solidFill>
          <a:srgbClr val="EAAA00">
            <a:lumMod val="40000"/>
            <a:lumOff val="60000"/>
          </a:srgbClr>
        </a:solidFill>
        <a:ln w="9525" cap="flat" cmpd="sng" algn="ctr">
          <a:solidFill>
            <a:srgbClr val="F1A600"/>
          </a:solidFill>
          <a:prstDash val="solid"/>
          <a:round/>
          <a:headEnd type="none" w="med" len="med"/>
          <a:tailEnd type="triangle" w="med" len="med"/>
        </a:ln>
        <a:effectLst/>
      </a:spPr>
      <a:bodyPr vert="horz" wrap="square" lIns="36000" tIns="45720" rIns="36000" bIns="45720" numCol="1" rtlCol="0" anchor="ctr" anchorCtr="0" compatLnSpc="1">
        <a:prstTxWarp prst="textNoShape">
          <a:avLst/>
        </a:prstTxWarp>
        <a:noAutofit/>
      </a:bodyPr>
      <a:lstStyle>
        <a:defPPr marL="85725" marR="0" indent="-85725" algn="ctr" defTabSz="914400" eaLnBrk="1" fontAlgn="base" latinLnBrk="0" hangingPunct="1">
          <a:lnSpc>
            <a:spcPct val="10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tabLst/>
          <a:defRPr kumimoji="0" sz="1400" b="1" i="0" u="none" strike="noStrike" kern="0" cap="none" normalizeH="0" baseline="0" noProof="0" smtClean="0">
            <a:ln>
              <a:noFill/>
            </a:ln>
            <a:solidFill>
              <a:srgbClr val="000000"/>
            </a:solidFill>
            <a:effectLst/>
            <a:uLnTx/>
            <a:uFillTx/>
            <a:latin typeface="KB금융 본문체 Medium" panose="020B0603000000000000" pitchFamily="50" charset="-127"/>
            <a:ea typeface="KB금융 본문체 Medium" panose="020B0603000000000000" pitchFamily="50" charset="-127"/>
          </a:defRPr>
        </a:defPPr>
      </a:lstStyle>
    </a:spDef>
    <a:lnDef>
      <a:spPr bwMode="auto">
        <a:solidFill>
          <a:schemeClr val="accent1"/>
        </a:solidFill>
        <a:ln w="9525" cap="flat" cmpd="sng" algn="ctr">
          <a:solidFill>
            <a:srgbClr val="4D4D4D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28398" dir="1593903" algn="ctr" rotWithShape="0">
                  <a:schemeClr val="tx1"/>
                </a:outerShdw>
              </a:effectLst>
            </a14:hiddenEffects>
          </a:ext>
        </a:extLst>
      </a:spPr>
      <a:bodyPr/>
      <a:lstStyle/>
    </a:lnDef>
    <a:txDef>
      <a:spPr>
        <a:noFill/>
      </a:spPr>
      <a:bodyPr wrap="square" rtlCol="0">
        <a:spAutoFit/>
      </a:bodyPr>
      <a:lstStyle>
        <a:defPPr>
          <a:defRPr sz="1200" smtClean="0">
            <a:latin typeface="KB금융 본문체 Medium" panose="020B0603000000000000" pitchFamily="50" charset="-127"/>
            <a:ea typeface="KB금융 본문체 Medium" panose="020B0603000000000000" pitchFamily="50" charset="-127"/>
          </a:defRPr>
        </a:defPPr>
      </a:lstStyle>
    </a:txDef>
  </a:objectDefaults>
  <a:extraClrSchemeLst>
    <a:extraClrScheme>
      <a:clrScheme name="cdb2004192l 1">
        <a:dk1>
          <a:srgbClr val="000000"/>
        </a:dk1>
        <a:lt1>
          <a:srgbClr val="FFFFFF"/>
        </a:lt1>
        <a:dk2>
          <a:srgbClr val="135377"/>
        </a:dk2>
        <a:lt2>
          <a:srgbClr val="969696"/>
        </a:lt2>
        <a:accent1>
          <a:srgbClr val="2AA08A"/>
        </a:accent1>
        <a:accent2>
          <a:srgbClr val="9C88E6"/>
        </a:accent2>
        <a:accent3>
          <a:srgbClr val="FFFFFF"/>
        </a:accent3>
        <a:accent4>
          <a:srgbClr val="000000"/>
        </a:accent4>
        <a:accent5>
          <a:srgbClr val="ACCDC4"/>
        </a:accent5>
        <a:accent6>
          <a:srgbClr val="8D7BD0"/>
        </a:accent6>
        <a:hlink>
          <a:srgbClr val="7D96D3"/>
        </a:hlink>
        <a:folHlink>
          <a:srgbClr val="DEDB7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db2004192l 2">
        <a:dk1>
          <a:srgbClr val="000000"/>
        </a:dk1>
        <a:lt1>
          <a:srgbClr val="FFFFFF"/>
        </a:lt1>
        <a:dk2>
          <a:srgbClr val="351155"/>
        </a:dk2>
        <a:lt2>
          <a:srgbClr val="969696"/>
        </a:lt2>
        <a:accent1>
          <a:srgbClr val="117AC1"/>
        </a:accent1>
        <a:accent2>
          <a:srgbClr val="38B890"/>
        </a:accent2>
        <a:accent3>
          <a:srgbClr val="FFFFFF"/>
        </a:accent3>
        <a:accent4>
          <a:srgbClr val="000000"/>
        </a:accent4>
        <a:accent5>
          <a:srgbClr val="AABEDD"/>
        </a:accent5>
        <a:accent6>
          <a:srgbClr val="32A682"/>
        </a:accent6>
        <a:hlink>
          <a:srgbClr val="D17FB6"/>
        </a:hlink>
        <a:folHlink>
          <a:srgbClr val="E3981D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db2004192l 3">
        <a:dk1>
          <a:srgbClr val="000000"/>
        </a:dk1>
        <a:lt1>
          <a:srgbClr val="FFFFFF"/>
        </a:lt1>
        <a:dk2>
          <a:srgbClr val="1D1F6F"/>
        </a:dk2>
        <a:lt2>
          <a:srgbClr val="C0C0C0"/>
        </a:lt2>
        <a:accent1>
          <a:srgbClr val="4987E3"/>
        </a:accent1>
        <a:accent2>
          <a:srgbClr val="D9520F"/>
        </a:accent2>
        <a:accent3>
          <a:srgbClr val="FFFFFF"/>
        </a:accent3>
        <a:accent4>
          <a:srgbClr val="000000"/>
        </a:accent4>
        <a:accent5>
          <a:srgbClr val="B1C3EF"/>
        </a:accent5>
        <a:accent6>
          <a:srgbClr val="C4490C"/>
        </a:accent6>
        <a:hlink>
          <a:srgbClr val="36A1B6"/>
        </a:hlink>
        <a:folHlink>
          <a:srgbClr val="9CC769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404B4CE4CA12F429AABBE641B9CCC0E" ma:contentTypeVersion="11" ma:contentTypeDescription="Create a new document." ma:contentTypeScope="" ma:versionID="c0b1d0d1127a22ecf8a5a81cfbdcaa50">
  <xsd:schema xmlns:xsd="http://www.w3.org/2001/XMLSchema" xmlns:xs="http://www.w3.org/2001/XMLSchema" xmlns:p="http://schemas.microsoft.com/office/2006/metadata/properties" xmlns:ns3="5646ef5d-4f8d-4332-a844-395e5093eb07" xmlns:ns4="c6904b36-efd8-494a-aa32-d9e929796570" targetNamespace="http://schemas.microsoft.com/office/2006/metadata/properties" ma:root="true" ma:fieldsID="e5710121105b2dbb76e0c29e758e35fe" ns3:_="" ns4:_="">
    <xsd:import namespace="5646ef5d-4f8d-4332-a844-395e5093eb07"/>
    <xsd:import namespace="c6904b36-efd8-494a-aa32-d9e929796570"/>
    <xsd:element name="properties">
      <xsd:complexType>
        <xsd:sequence>
          <xsd:element name="documentManagement">
            <xsd:complexType>
              <xsd:all>
                <xsd:element ref="ns3:_activity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646ef5d-4f8d-4332-a844-395e5093eb07" elementFormDefault="qualified">
    <xsd:import namespace="http://schemas.microsoft.com/office/2006/documentManagement/types"/>
    <xsd:import namespace="http://schemas.microsoft.com/office/infopath/2007/PartnerControls"/>
    <xsd:element name="_activity" ma:index="8" nillable="true" ma:displayName="_activity" ma:hidden="true" ma:internalName="_activity">
      <xsd:simpleType>
        <xsd:restriction base="dms:Note"/>
      </xsd:simpleType>
    </xsd:element>
    <xsd:element name="MediaServiceMetadata" ma:index="12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3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bjectDetectorVersions" ma:index="18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6904b36-efd8-494a-aa32-d9e929796570" elementFormDefault="qualified">
    <xsd:import namespace="http://schemas.microsoft.com/office/2006/documentManagement/types"/>
    <xsd:import namespace="http://schemas.microsoft.com/office/infopath/2007/PartnerControls"/>
    <xsd:element name="SharedWithUsers" ma:index="9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0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1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5646ef5d-4f8d-4332-a844-395e5093eb07" xsi:nil="true"/>
  </documentManagement>
</p:properties>
</file>

<file path=customXml/itemProps1.xml><?xml version="1.0" encoding="utf-8"?>
<ds:datastoreItem xmlns:ds="http://schemas.openxmlformats.org/officeDocument/2006/customXml" ds:itemID="{5BA2E592-11D4-448E-BD92-A4E37812B37F}">
  <ds:schemaRefs>
    <ds:schemaRef ds:uri="5646ef5d-4f8d-4332-a844-395e5093eb07"/>
    <ds:schemaRef ds:uri="c6904b36-efd8-494a-aa32-d9e929796570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4CA8A526-87F2-43B5-9774-CC13372E7699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15A5E6DF-3655-452E-A02F-DF0A864F3FC1}">
  <ds:schemaRefs>
    <ds:schemaRef ds:uri="http://schemas.microsoft.com/office/2006/documentManagement/types"/>
    <ds:schemaRef ds:uri="http://purl.org/dc/terms/"/>
    <ds:schemaRef ds:uri="http://schemas.openxmlformats.org/package/2006/metadata/core-properties"/>
    <ds:schemaRef ds:uri="5646ef5d-4f8d-4332-a844-395e5093eb07"/>
    <ds:schemaRef ds:uri="http://purl.org/dc/dcmitype/"/>
    <ds:schemaRef ds:uri="http://schemas.microsoft.com/office/infopath/2007/PartnerControls"/>
    <ds:schemaRef ds:uri="http://purl.org/dc/elements/1.1/"/>
    <ds:schemaRef ds:uri="http://schemas.microsoft.com/office/2006/metadata/properties"/>
    <ds:schemaRef ds:uri="c6904b36-efd8-494a-aa32-d9e929796570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deff24bb-2089-4400-8c8e-f71e680378b2}" enabled="0" method="" siteId="{deff24bb-2089-4400-8c8e-f71e680378b2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30255</TotalTime>
  <Words>62</Words>
  <Application>Microsoft Macintosh PowerPoint</Application>
  <PresentationFormat>A4 용지(210x297mm)</PresentationFormat>
  <Paragraphs>35</Paragraphs>
  <Slides>3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11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3</vt:i4>
      </vt:variant>
    </vt:vector>
  </HeadingPairs>
  <TitlesOfParts>
    <vt:vector size="16" baseType="lpstr">
      <vt:lpstr>맑은 고딕</vt:lpstr>
      <vt:lpstr>KB금융 본문체 Bold</vt:lpstr>
      <vt:lpstr>KB금융 본문체 Light</vt:lpstr>
      <vt:lpstr>KB금융 본문체 Medium</vt:lpstr>
      <vt:lpstr>KB금융 제목체 Bold</vt:lpstr>
      <vt:lpstr>KoPub돋움체 Bold</vt:lpstr>
      <vt:lpstr>KoPub돋움체 Medium</vt:lpstr>
      <vt:lpstr>Arial</vt:lpstr>
      <vt:lpstr>Calibri</vt:lpstr>
      <vt:lpstr>Optima</vt:lpstr>
      <vt:lpstr>Wingdings</vt:lpstr>
      <vt:lpstr>2_디자인 사용자 지정</vt:lpstr>
      <vt:lpstr>2_cdb2004192l</vt:lpstr>
      <vt:lpstr>PowerPoint 프레젠테이션</vt:lpstr>
      <vt:lpstr>PowerPoint 프레젠테이션</vt:lpstr>
      <vt:lpstr>PowerPoint 프레젠테이션</vt:lpstr>
    </vt:vector>
  </TitlesOfParts>
  <Company>KPMG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삼정KPMG</dc:creator>
  <cp:lastModifiedBy>Microsoft Office User</cp:lastModifiedBy>
  <cp:revision>2506</cp:revision>
  <cp:lastPrinted>2024-06-05T07:20:25Z</cp:lastPrinted>
  <dcterms:created xsi:type="dcterms:W3CDTF">2005-06-13T02:27:40Z</dcterms:created>
  <dcterms:modified xsi:type="dcterms:W3CDTF">2026-05-31T10:05:08Z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0x010100B404B4CE4CA12F429AABBE641B9CCC0E</vt:lpwstr>
  </property>
</Properties>
</file>